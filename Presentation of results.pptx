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7" r:id="rId10"/>
    <p:sldId id="261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6BC8B-1376-41C0-86AC-501F050916BE}" v="145" dt="2023-05-14T16:20:35.7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-48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H Chen Ling" userId="212e6a30-ba18-491b-b256-c4a19ccf7aa3" providerId="ADAL" clId="{0076BC8B-1376-41C0-86AC-501F050916BE}"/>
    <pc:docChg chg="undo redo custSel addSld modSld">
      <pc:chgData name="GOH Chen Ling" userId="212e6a30-ba18-491b-b256-c4a19ccf7aa3" providerId="ADAL" clId="{0076BC8B-1376-41C0-86AC-501F050916BE}" dt="2023-05-14T16:24:10.343" v="6792" actId="6549"/>
      <pc:docMkLst>
        <pc:docMk/>
      </pc:docMkLst>
      <pc:sldChg chg="addSp delSp modSp new mod setBg">
        <pc:chgData name="GOH Chen Ling" userId="212e6a30-ba18-491b-b256-c4a19ccf7aa3" providerId="ADAL" clId="{0076BC8B-1376-41C0-86AC-501F050916BE}" dt="2023-05-14T07:15:41.121" v="2126" actId="20577"/>
        <pc:sldMkLst>
          <pc:docMk/>
          <pc:sldMk cId="756744759" sldId="257"/>
        </pc:sldMkLst>
        <pc:spChg chg="mod">
          <ac:chgData name="GOH Chen Ling" userId="212e6a30-ba18-491b-b256-c4a19ccf7aa3" providerId="ADAL" clId="{0076BC8B-1376-41C0-86AC-501F050916BE}" dt="2023-05-08T04:33:37.225" v="212" actId="26606"/>
          <ac:spMkLst>
            <pc:docMk/>
            <pc:sldMk cId="756744759" sldId="257"/>
            <ac:spMk id="2" creationId="{76723CC4-61ED-CCE6-793B-07B15C26D7BD}"/>
          </ac:spMkLst>
        </pc:spChg>
        <pc:spChg chg="del mod">
          <ac:chgData name="GOH Chen Ling" userId="212e6a30-ba18-491b-b256-c4a19ccf7aa3" providerId="ADAL" clId="{0076BC8B-1376-41C0-86AC-501F050916BE}" dt="2023-05-08T04:33:37.225" v="212" actId="26606"/>
          <ac:spMkLst>
            <pc:docMk/>
            <pc:sldMk cId="756744759" sldId="257"/>
            <ac:spMk id="3" creationId="{BAEABB5E-DB69-ABB0-35E6-2B723E249118}"/>
          </ac:spMkLst>
        </pc:spChg>
        <pc:spChg chg="add">
          <ac:chgData name="GOH Chen Ling" userId="212e6a30-ba18-491b-b256-c4a19ccf7aa3" providerId="ADAL" clId="{0076BC8B-1376-41C0-86AC-501F050916BE}" dt="2023-05-08T04:33:37.225" v="212" actId="26606"/>
          <ac:spMkLst>
            <pc:docMk/>
            <pc:sldMk cId="756744759" sldId="257"/>
            <ac:spMk id="9" creationId="{81E1224E-6618-482E-BE87-321A7FC1CDE8}"/>
          </ac:spMkLst>
        </pc:spChg>
        <pc:spChg chg="add">
          <ac:chgData name="GOH Chen Ling" userId="212e6a30-ba18-491b-b256-c4a19ccf7aa3" providerId="ADAL" clId="{0076BC8B-1376-41C0-86AC-501F050916BE}" dt="2023-05-08T04:33:37.225" v="212" actId="26606"/>
          <ac:spMkLst>
            <pc:docMk/>
            <pc:sldMk cId="756744759" sldId="257"/>
            <ac:spMk id="11" creationId="{066346BE-FDB4-4772-A696-0719490ABD64}"/>
          </ac:spMkLst>
        </pc:spChg>
        <pc:spChg chg="add">
          <ac:chgData name="GOH Chen Ling" userId="212e6a30-ba18-491b-b256-c4a19ccf7aa3" providerId="ADAL" clId="{0076BC8B-1376-41C0-86AC-501F050916BE}" dt="2023-05-08T04:33:37.225" v="212" actId="26606"/>
          <ac:spMkLst>
            <pc:docMk/>
            <pc:sldMk cId="756744759" sldId="257"/>
            <ac:spMk id="13" creationId="{FB92FFCE-0C90-454E-AA25-D4EE9A6C39C5}"/>
          </ac:spMkLst>
        </pc:spChg>
        <pc:graphicFrameChg chg="add mod">
          <ac:chgData name="GOH Chen Ling" userId="212e6a30-ba18-491b-b256-c4a19ccf7aa3" providerId="ADAL" clId="{0076BC8B-1376-41C0-86AC-501F050916BE}" dt="2023-05-14T07:15:41.121" v="2126" actId="20577"/>
          <ac:graphicFrameMkLst>
            <pc:docMk/>
            <pc:sldMk cId="756744759" sldId="257"/>
            <ac:graphicFrameMk id="5" creationId="{BDB44CD3-9F69-DA83-C97D-B825B290367F}"/>
          </ac:graphicFrameMkLst>
        </pc:graphicFrameChg>
      </pc:sldChg>
      <pc:sldChg chg="addSp delSp modSp new mod">
        <pc:chgData name="GOH Chen Ling" userId="212e6a30-ba18-491b-b256-c4a19ccf7aa3" providerId="ADAL" clId="{0076BC8B-1376-41C0-86AC-501F050916BE}" dt="2023-05-14T09:46:59.636" v="5834" actId="26606"/>
        <pc:sldMkLst>
          <pc:docMk/>
          <pc:sldMk cId="3843763627" sldId="258"/>
        </pc:sldMkLst>
        <pc:spChg chg="mod">
          <ac:chgData name="GOH Chen Ling" userId="212e6a30-ba18-491b-b256-c4a19ccf7aa3" providerId="ADAL" clId="{0076BC8B-1376-41C0-86AC-501F050916BE}" dt="2023-05-08T04:34:22.649" v="230" actId="20577"/>
          <ac:spMkLst>
            <pc:docMk/>
            <pc:sldMk cId="3843763627" sldId="258"/>
            <ac:spMk id="2" creationId="{641F44DB-0CBA-38C4-9D3E-C1AD9D483A41}"/>
          </ac:spMkLst>
        </pc:spChg>
        <pc:spChg chg="del mod">
          <ac:chgData name="GOH Chen Ling" userId="212e6a30-ba18-491b-b256-c4a19ccf7aa3" providerId="ADAL" clId="{0076BC8B-1376-41C0-86AC-501F050916BE}" dt="2023-05-14T09:23:24.486" v="4421" actId="26606"/>
          <ac:spMkLst>
            <pc:docMk/>
            <pc:sldMk cId="3843763627" sldId="258"/>
            <ac:spMk id="3" creationId="{80573798-B6D7-07DF-A332-FE547DEB2F27}"/>
          </ac:spMkLst>
        </pc:spChg>
        <pc:graphicFrameChg chg="add mod modGraphic">
          <ac:chgData name="GOH Chen Ling" userId="212e6a30-ba18-491b-b256-c4a19ccf7aa3" providerId="ADAL" clId="{0076BC8B-1376-41C0-86AC-501F050916BE}" dt="2023-05-14T09:46:59.636" v="5834" actId="26606"/>
          <ac:graphicFrameMkLst>
            <pc:docMk/>
            <pc:sldMk cId="3843763627" sldId="258"/>
            <ac:graphicFrameMk id="5" creationId="{81A5DA98-424A-D8DA-9194-52D4AA3298C6}"/>
          </ac:graphicFrameMkLst>
        </pc:graphicFrameChg>
      </pc:sldChg>
      <pc:sldChg chg="addSp delSp modSp new mod setBg setClrOvrMap">
        <pc:chgData name="GOH Chen Ling" userId="212e6a30-ba18-491b-b256-c4a19ccf7aa3" providerId="ADAL" clId="{0076BC8B-1376-41C0-86AC-501F050916BE}" dt="2023-05-14T07:32:25.492" v="2178" actId="20577"/>
        <pc:sldMkLst>
          <pc:docMk/>
          <pc:sldMk cId="3464158252" sldId="259"/>
        </pc:sldMkLst>
        <pc:spChg chg="mod">
          <ac:chgData name="GOH Chen Ling" userId="212e6a30-ba18-491b-b256-c4a19ccf7aa3" providerId="ADAL" clId="{0076BC8B-1376-41C0-86AC-501F050916BE}" dt="2023-05-14T02:12:20.226" v="1158" actId="26606"/>
          <ac:spMkLst>
            <pc:docMk/>
            <pc:sldMk cId="3464158252" sldId="259"/>
            <ac:spMk id="2" creationId="{58D78104-841B-949B-37AF-1AF73F1AF347}"/>
          </ac:spMkLst>
        </pc:spChg>
        <pc:spChg chg="del">
          <ac:chgData name="GOH Chen Ling" userId="212e6a30-ba18-491b-b256-c4a19ccf7aa3" providerId="ADAL" clId="{0076BC8B-1376-41C0-86AC-501F050916BE}" dt="2023-05-08T07:15:13.157" v="579" actId="931"/>
          <ac:spMkLst>
            <pc:docMk/>
            <pc:sldMk cId="3464158252" sldId="259"/>
            <ac:spMk id="3" creationId="{97B1C3E0-CCF3-ED33-7B53-DF9DB6E8127F}"/>
          </ac:spMkLst>
        </pc:spChg>
        <pc:spChg chg="add del mod">
          <ac:chgData name="GOH Chen Ling" userId="212e6a30-ba18-491b-b256-c4a19ccf7aa3" providerId="ADAL" clId="{0076BC8B-1376-41C0-86AC-501F050916BE}" dt="2023-05-14T02:07:41.218" v="972" actId="931"/>
          <ac:spMkLst>
            <pc:docMk/>
            <pc:sldMk cId="3464158252" sldId="259"/>
            <ac:spMk id="4" creationId="{663B2174-5887-C14D-CF33-39D1A68B0FB7}"/>
          </ac:spMkLst>
        </pc:spChg>
        <pc:spChg chg="add del mod">
          <ac:chgData name="GOH Chen Ling" userId="212e6a30-ba18-491b-b256-c4a19ccf7aa3" providerId="ADAL" clId="{0076BC8B-1376-41C0-86AC-501F050916BE}" dt="2023-05-14T02:28:14.379" v="1834" actId="478"/>
          <ac:spMkLst>
            <pc:docMk/>
            <pc:sldMk cId="3464158252" sldId="259"/>
            <ac:spMk id="11" creationId="{24F3FDC1-59D7-6C19-62EB-51864436275F}"/>
          </ac:spMkLst>
        </pc:spChg>
        <pc:spChg chg="add del">
          <ac:chgData name="GOH Chen Ling" userId="212e6a30-ba18-491b-b256-c4a19ccf7aa3" providerId="ADAL" clId="{0076BC8B-1376-41C0-86AC-501F050916BE}" dt="2023-05-08T07:16:06.864" v="592" actId="478"/>
          <ac:spMkLst>
            <pc:docMk/>
            <pc:sldMk cId="3464158252" sldId="259"/>
            <ac:spMk id="11" creationId="{EDC50644-198B-FA41-E0CA-8FD805B2479D}"/>
          </ac:spMkLst>
        </pc:spChg>
        <pc:spChg chg="add del mod">
          <ac:chgData name="GOH Chen Ling" userId="212e6a30-ba18-491b-b256-c4a19ccf7aa3" providerId="ADAL" clId="{0076BC8B-1376-41C0-86AC-501F050916BE}" dt="2023-05-14T02:11:41.345" v="1151" actId="478"/>
          <ac:spMkLst>
            <pc:docMk/>
            <pc:sldMk cId="3464158252" sldId="259"/>
            <ac:spMk id="14" creationId="{FC888576-0A2B-6A92-BA4B-4C83F3F25E61}"/>
          </ac:spMkLst>
        </pc:spChg>
        <pc:spChg chg="add del">
          <ac:chgData name="GOH Chen Ling" userId="212e6a30-ba18-491b-b256-c4a19ccf7aa3" providerId="ADAL" clId="{0076BC8B-1376-41C0-86AC-501F050916BE}" dt="2023-05-14T02:12:03.314" v="1154" actId="26606"/>
          <ac:spMkLst>
            <pc:docMk/>
            <pc:sldMk cId="3464158252" sldId="259"/>
            <ac:spMk id="17" creationId="{DF44879F-6698-4394-89D4-7B3CDB92E9A0}"/>
          </ac:spMkLst>
        </pc:spChg>
        <pc:spChg chg="add mod">
          <ac:chgData name="GOH Chen Ling" userId="212e6a30-ba18-491b-b256-c4a19ccf7aa3" providerId="ADAL" clId="{0076BC8B-1376-41C0-86AC-501F050916BE}" dt="2023-05-14T07:32:25.492" v="2178" actId="20577"/>
          <ac:spMkLst>
            <pc:docMk/>
            <pc:sldMk cId="3464158252" sldId="259"/>
            <ac:spMk id="18" creationId="{3245CF6F-33E5-1B93-F192-FF62CE46D1EF}"/>
          </ac:spMkLst>
        </pc:spChg>
        <pc:spChg chg="add del">
          <ac:chgData name="GOH Chen Ling" userId="212e6a30-ba18-491b-b256-c4a19ccf7aa3" providerId="ADAL" clId="{0076BC8B-1376-41C0-86AC-501F050916BE}" dt="2023-05-14T02:12:03.314" v="1154" actId="26606"/>
          <ac:spMkLst>
            <pc:docMk/>
            <pc:sldMk cId="3464158252" sldId="259"/>
            <ac:spMk id="19" creationId="{C65FD3B2-577C-49A0-B40E-4845C5D597CF}"/>
          </ac:spMkLst>
        </pc:spChg>
        <pc:spChg chg="add mod">
          <ac:chgData name="GOH Chen Ling" userId="212e6a30-ba18-491b-b256-c4a19ccf7aa3" providerId="ADAL" clId="{0076BC8B-1376-41C0-86AC-501F050916BE}" dt="2023-05-14T02:34:43.814" v="1989" actId="20577"/>
          <ac:spMkLst>
            <pc:docMk/>
            <pc:sldMk cId="3464158252" sldId="259"/>
            <ac:spMk id="20" creationId="{98E1C603-5C74-713A-72BA-488E58E58BFD}"/>
          </ac:spMkLst>
        </pc:spChg>
        <pc:spChg chg="add del">
          <ac:chgData name="GOH Chen Ling" userId="212e6a30-ba18-491b-b256-c4a19ccf7aa3" providerId="ADAL" clId="{0076BC8B-1376-41C0-86AC-501F050916BE}" dt="2023-05-14T02:12:03.314" v="1154" actId="26606"/>
          <ac:spMkLst>
            <pc:docMk/>
            <pc:sldMk cId="3464158252" sldId="259"/>
            <ac:spMk id="21" creationId="{7A0B5DEA-ADF6-4BA5-9307-147F0A4685A0}"/>
          </ac:spMkLst>
        </pc:spChg>
        <pc:spChg chg="add del">
          <ac:chgData name="GOH Chen Ling" userId="212e6a30-ba18-491b-b256-c4a19ccf7aa3" providerId="ADAL" clId="{0076BC8B-1376-41C0-86AC-501F050916BE}" dt="2023-05-14T02:12:03.314" v="1154" actId="26606"/>
          <ac:spMkLst>
            <pc:docMk/>
            <pc:sldMk cId="3464158252" sldId="259"/>
            <ac:spMk id="23" creationId="{9DECDBF4-02B6-4BB4-B65B-B8107AD6A9E8}"/>
          </ac:spMkLst>
        </pc:spChg>
        <pc:spChg chg="add del">
          <ac:chgData name="GOH Chen Ling" userId="212e6a30-ba18-491b-b256-c4a19ccf7aa3" providerId="ADAL" clId="{0076BC8B-1376-41C0-86AC-501F050916BE}" dt="2023-05-14T02:12:05.383" v="1156" actId="26606"/>
          <ac:spMkLst>
            <pc:docMk/>
            <pc:sldMk cId="3464158252" sldId="259"/>
            <ac:spMk id="25" creationId="{9AA72BD9-2C5A-4EDC-931F-5AA08EACA0F3}"/>
          </ac:spMkLst>
        </pc:spChg>
        <pc:spChg chg="add del">
          <ac:chgData name="GOH Chen Ling" userId="212e6a30-ba18-491b-b256-c4a19ccf7aa3" providerId="ADAL" clId="{0076BC8B-1376-41C0-86AC-501F050916BE}" dt="2023-05-14T02:12:05.383" v="1156" actId="26606"/>
          <ac:spMkLst>
            <pc:docMk/>
            <pc:sldMk cId="3464158252" sldId="259"/>
            <ac:spMk id="27" creationId="{8A6DB0E6-E65F-4229-A5A0-2500203B6CC3}"/>
          </ac:spMkLst>
        </pc:spChg>
        <pc:spChg chg="add del">
          <ac:chgData name="GOH Chen Ling" userId="212e6a30-ba18-491b-b256-c4a19ccf7aa3" providerId="ADAL" clId="{0076BC8B-1376-41C0-86AC-501F050916BE}" dt="2023-05-14T02:12:05.383" v="1156" actId="26606"/>
          <ac:spMkLst>
            <pc:docMk/>
            <pc:sldMk cId="3464158252" sldId="259"/>
            <ac:spMk id="28" creationId="{55D4142C-5077-457F-A6AD-3FECFDB39685}"/>
          </ac:spMkLst>
        </pc:spChg>
        <pc:spChg chg="add del">
          <ac:chgData name="GOH Chen Ling" userId="212e6a30-ba18-491b-b256-c4a19ccf7aa3" providerId="ADAL" clId="{0076BC8B-1376-41C0-86AC-501F050916BE}" dt="2023-05-14T02:12:05.383" v="1156" actId="26606"/>
          <ac:spMkLst>
            <pc:docMk/>
            <pc:sldMk cId="3464158252" sldId="259"/>
            <ac:spMk id="29" creationId="{7A5F0580-5EE9-419F-96EE-B6529EF6E7D0}"/>
          </ac:spMkLst>
        </pc:spChg>
        <pc:spChg chg="add del">
          <ac:chgData name="GOH Chen Ling" userId="212e6a30-ba18-491b-b256-c4a19ccf7aa3" providerId="ADAL" clId="{0076BC8B-1376-41C0-86AC-501F050916BE}" dt="2023-05-14T02:12:20.226" v="1158" actId="26606"/>
          <ac:spMkLst>
            <pc:docMk/>
            <pc:sldMk cId="3464158252" sldId="259"/>
            <ac:spMk id="31" creationId="{8FC9BE17-9A7B-462D-AE50-3D8777387304}"/>
          </ac:spMkLst>
        </pc:spChg>
        <pc:spChg chg="add del">
          <ac:chgData name="GOH Chen Ling" userId="212e6a30-ba18-491b-b256-c4a19ccf7aa3" providerId="ADAL" clId="{0076BC8B-1376-41C0-86AC-501F050916BE}" dt="2023-05-14T02:12:20.226" v="1158" actId="26606"/>
          <ac:spMkLst>
            <pc:docMk/>
            <pc:sldMk cId="3464158252" sldId="259"/>
            <ac:spMk id="33" creationId="{3EBE8569-6AEC-4B8C-8D53-2DE337CDBA65}"/>
          </ac:spMkLst>
        </pc:spChg>
        <pc:spChg chg="add del">
          <ac:chgData name="GOH Chen Ling" userId="212e6a30-ba18-491b-b256-c4a19ccf7aa3" providerId="ADAL" clId="{0076BC8B-1376-41C0-86AC-501F050916BE}" dt="2023-05-14T02:12:20.226" v="1158" actId="26606"/>
          <ac:spMkLst>
            <pc:docMk/>
            <pc:sldMk cId="3464158252" sldId="259"/>
            <ac:spMk id="34" creationId="{55D4142C-5077-457F-A6AD-3FECFDB39685}"/>
          </ac:spMkLst>
        </pc:spChg>
        <pc:spChg chg="add del">
          <ac:chgData name="GOH Chen Ling" userId="212e6a30-ba18-491b-b256-c4a19ccf7aa3" providerId="ADAL" clId="{0076BC8B-1376-41C0-86AC-501F050916BE}" dt="2023-05-14T02:12:20.226" v="1158" actId="26606"/>
          <ac:spMkLst>
            <pc:docMk/>
            <pc:sldMk cId="3464158252" sldId="259"/>
            <ac:spMk id="35" creationId="{7A5F0580-5EE9-419F-96EE-B6529EF6E7D0}"/>
          </ac:spMkLst>
        </pc:spChg>
        <pc:spChg chg="add mod">
          <ac:chgData name="GOH Chen Ling" userId="212e6a30-ba18-491b-b256-c4a19ccf7aa3" providerId="ADAL" clId="{0076BC8B-1376-41C0-86AC-501F050916BE}" dt="2023-05-14T02:28:21.091" v="1835" actId="1076"/>
          <ac:spMkLst>
            <pc:docMk/>
            <pc:sldMk cId="3464158252" sldId="259"/>
            <ac:spMk id="41" creationId="{9EF4D8B0-13BC-0258-5469-2045A615638F}"/>
          </ac:spMkLst>
        </pc:spChg>
        <pc:picChg chg="add del mod">
          <ac:chgData name="GOH Chen Ling" userId="212e6a30-ba18-491b-b256-c4a19ccf7aa3" providerId="ADAL" clId="{0076BC8B-1376-41C0-86AC-501F050916BE}" dt="2023-05-14T02:07:23.131" v="971" actId="478"/>
          <ac:picMkLst>
            <pc:docMk/>
            <pc:sldMk cId="3464158252" sldId="259"/>
            <ac:picMk id="5" creationId="{FBFAA75B-743D-F646-F93F-385E4FAFCFBA}"/>
          </ac:picMkLst>
        </pc:picChg>
        <pc:picChg chg="add del mod">
          <ac:chgData name="GOH Chen Ling" userId="212e6a30-ba18-491b-b256-c4a19ccf7aa3" providerId="ADAL" clId="{0076BC8B-1376-41C0-86AC-501F050916BE}" dt="2023-05-14T02:07:21.523" v="969" actId="478"/>
          <ac:picMkLst>
            <pc:docMk/>
            <pc:sldMk cId="3464158252" sldId="259"/>
            <ac:picMk id="7" creationId="{16E26FC0-2136-2FAA-4D3E-E71A50F24A03}"/>
          </ac:picMkLst>
        </pc:picChg>
        <pc:picChg chg="add del mod">
          <ac:chgData name="GOH Chen Ling" userId="212e6a30-ba18-491b-b256-c4a19ccf7aa3" providerId="ADAL" clId="{0076BC8B-1376-41C0-86AC-501F050916BE}" dt="2023-05-14T02:11:20.710" v="1145" actId="21"/>
          <ac:picMkLst>
            <pc:docMk/>
            <pc:sldMk cId="3464158252" sldId="259"/>
            <ac:picMk id="8" creationId="{2C858E86-3F03-1C98-B531-D46B32B5C3D7}"/>
          </ac:picMkLst>
        </pc:picChg>
        <pc:picChg chg="add del mod">
          <ac:chgData name="GOH Chen Ling" userId="212e6a30-ba18-491b-b256-c4a19ccf7aa3" providerId="ADAL" clId="{0076BC8B-1376-41C0-86AC-501F050916BE}" dt="2023-05-08T07:16:02.679" v="590" actId="931"/>
          <ac:picMkLst>
            <pc:docMk/>
            <pc:sldMk cId="3464158252" sldId="259"/>
            <ac:picMk id="9" creationId="{D6C557EA-68E7-6293-C573-18FA1BEA439E}"/>
          </ac:picMkLst>
        </pc:picChg>
        <pc:picChg chg="add del mod">
          <ac:chgData name="GOH Chen Ling" userId="212e6a30-ba18-491b-b256-c4a19ccf7aa3" providerId="ADAL" clId="{0076BC8B-1376-41C0-86AC-501F050916BE}" dt="2023-05-14T02:11:29.712" v="1148" actId="21"/>
          <ac:picMkLst>
            <pc:docMk/>
            <pc:sldMk cId="3464158252" sldId="259"/>
            <ac:picMk id="10" creationId="{A4FB7F01-F204-219A-9515-D7D5A561827E}"/>
          </ac:picMkLst>
        </pc:picChg>
        <pc:picChg chg="add del mod">
          <ac:chgData name="GOH Chen Ling" userId="212e6a30-ba18-491b-b256-c4a19ccf7aa3" providerId="ADAL" clId="{0076BC8B-1376-41C0-86AC-501F050916BE}" dt="2023-05-14T02:07:19.991" v="968" actId="478"/>
          <ac:picMkLst>
            <pc:docMk/>
            <pc:sldMk cId="3464158252" sldId="259"/>
            <ac:picMk id="13" creationId="{B87CFA17-8CEA-D2F7-179F-5115F9EF2931}"/>
          </ac:picMkLst>
        </pc:picChg>
        <pc:picChg chg="add del mod">
          <ac:chgData name="GOH Chen Ling" userId="212e6a30-ba18-491b-b256-c4a19ccf7aa3" providerId="ADAL" clId="{0076BC8B-1376-41C0-86AC-501F050916BE}" dt="2023-05-14T02:07:18.550" v="967" actId="478"/>
          <ac:picMkLst>
            <pc:docMk/>
            <pc:sldMk cId="3464158252" sldId="259"/>
            <ac:picMk id="15" creationId="{AF447789-EC42-7F6D-8BF0-72C595CBE8D4}"/>
          </ac:picMkLst>
        </pc:picChg>
        <pc:picChg chg="add del">
          <ac:chgData name="GOH Chen Ling" userId="212e6a30-ba18-491b-b256-c4a19ccf7aa3" providerId="ADAL" clId="{0076BC8B-1376-41C0-86AC-501F050916BE}" dt="2023-05-14T02:12:03.314" v="1154" actId="26606"/>
          <ac:picMkLst>
            <pc:docMk/>
            <pc:sldMk cId="3464158252" sldId="259"/>
            <ac:picMk id="16" creationId="{8629B83C-7BDD-4B6D-CB1A-C205A2DAB333}"/>
          </ac:picMkLst>
        </pc:picChg>
        <pc:picChg chg="add del mod">
          <ac:chgData name="GOH Chen Ling" userId="212e6a30-ba18-491b-b256-c4a19ccf7aa3" providerId="ADAL" clId="{0076BC8B-1376-41C0-86AC-501F050916BE}" dt="2023-05-14T02:20:51.023" v="1575" actId="478"/>
          <ac:picMkLst>
            <pc:docMk/>
            <pc:sldMk cId="3464158252" sldId="259"/>
            <ac:picMk id="24" creationId="{BE80C05D-A083-12DB-0924-248F548B77A6}"/>
          </ac:picMkLst>
        </pc:picChg>
        <pc:picChg chg="add del">
          <ac:chgData name="GOH Chen Ling" userId="212e6a30-ba18-491b-b256-c4a19ccf7aa3" providerId="ADAL" clId="{0076BC8B-1376-41C0-86AC-501F050916BE}" dt="2023-05-14T02:12:05.383" v="1156" actId="26606"/>
          <ac:picMkLst>
            <pc:docMk/>
            <pc:sldMk cId="3464158252" sldId="259"/>
            <ac:picMk id="26" creationId="{83B5D178-731D-30E3-FD72-05B4441B13EC}"/>
          </ac:picMkLst>
        </pc:picChg>
        <pc:picChg chg="add del">
          <ac:chgData name="GOH Chen Ling" userId="212e6a30-ba18-491b-b256-c4a19ccf7aa3" providerId="ADAL" clId="{0076BC8B-1376-41C0-86AC-501F050916BE}" dt="2023-05-14T02:12:20.226" v="1158" actId="26606"/>
          <ac:picMkLst>
            <pc:docMk/>
            <pc:sldMk cId="3464158252" sldId="259"/>
            <ac:picMk id="32" creationId="{6ACEE0AF-961E-D52D-2865-44F699E6CB3D}"/>
          </ac:picMkLst>
        </pc:picChg>
        <pc:picChg chg="add mod">
          <ac:chgData name="GOH Chen Ling" userId="212e6a30-ba18-491b-b256-c4a19ccf7aa3" providerId="ADAL" clId="{0076BC8B-1376-41C0-86AC-501F050916BE}" dt="2023-05-14T02:27:08.567" v="1824" actId="1076"/>
          <ac:picMkLst>
            <pc:docMk/>
            <pc:sldMk cId="3464158252" sldId="259"/>
            <ac:picMk id="36" creationId="{96EAEBB8-C1DD-6485-7D1B-C6609AE2A08F}"/>
          </ac:picMkLst>
        </pc:picChg>
        <pc:picChg chg="add mod">
          <ac:chgData name="GOH Chen Ling" userId="212e6a30-ba18-491b-b256-c4a19ccf7aa3" providerId="ADAL" clId="{0076BC8B-1376-41C0-86AC-501F050916BE}" dt="2023-05-14T02:27:06.202" v="1823" actId="1076"/>
          <ac:picMkLst>
            <pc:docMk/>
            <pc:sldMk cId="3464158252" sldId="259"/>
            <ac:picMk id="38" creationId="{75C4A100-59D4-EA34-5F16-4CFF06B13B21}"/>
          </ac:picMkLst>
        </pc:picChg>
        <pc:picChg chg="add mod">
          <ac:chgData name="GOH Chen Ling" userId="212e6a30-ba18-491b-b256-c4a19ccf7aa3" providerId="ADAL" clId="{0076BC8B-1376-41C0-86AC-501F050916BE}" dt="2023-05-14T02:27:03.124" v="1822" actId="1076"/>
          <ac:picMkLst>
            <pc:docMk/>
            <pc:sldMk cId="3464158252" sldId="259"/>
            <ac:picMk id="40" creationId="{8969D15C-C6F9-9701-243D-5346B57B81B2}"/>
          </ac:picMkLst>
        </pc:picChg>
      </pc:sldChg>
      <pc:sldChg chg="addSp delSp modSp new mod">
        <pc:chgData name="GOH Chen Ling" userId="212e6a30-ba18-491b-b256-c4a19ccf7aa3" providerId="ADAL" clId="{0076BC8B-1376-41C0-86AC-501F050916BE}" dt="2023-05-14T09:44:07.910" v="5733" actId="1076"/>
        <pc:sldMkLst>
          <pc:docMk/>
          <pc:sldMk cId="455092647" sldId="260"/>
        </pc:sldMkLst>
        <pc:spChg chg="mod">
          <ac:chgData name="GOH Chen Ling" userId="212e6a30-ba18-491b-b256-c4a19ccf7aa3" providerId="ADAL" clId="{0076BC8B-1376-41C0-86AC-501F050916BE}" dt="2023-05-14T02:29:39.538" v="1866" actId="20577"/>
          <ac:spMkLst>
            <pc:docMk/>
            <pc:sldMk cId="455092647" sldId="260"/>
            <ac:spMk id="2" creationId="{BC82A900-15BE-09AF-A86B-28864078DD47}"/>
          </ac:spMkLst>
        </pc:spChg>
        <pc:spChg chg="del">
          <ac:chgData name="GOH Chen Ling" userId="212e6a30-ba18-491b-b256-c4a19ccf7aa3" providerId="ADAL" clId="{0076BC8B-1376-41C0-86AC-501F050916BE}" dt="2023-05-14T02:11:37.139" v="1150" actId="478"/>
          <ac:spMkLst>
            <pc:docMk/>
            <pc:sldMk cId="455092647" sldId="260"/>
            <ac:spMk id="3" creationId="{5461666D-690D-5DE9-8D12-687F2DD29309}"/>
          </ac:spMkLst>
        </pc:spChg>
        <pc:spChg chg="add mod">
          <ac:chgData name="GOH Chen Ling" userId="212e6a30-ba18-491b-b256-c4a19ccf7aa3" providerId="ADAL" clId="{0076BC8B-1376-41C0-86AC-501F050916BE}" dt="2023-05-14T09:43:31.222" v="5660" actId="1076"/>
          <ac:spMkLst>
            <pc:docMk/>
            <pc:sldMk cId="455092647" sldId="260"/>
            <ac:spMk id="8" creationId="{B224FBF1-1E2D-A99B-5431-2ACAC1F9807E}"/>
          </ac:spMkLst>
        </pc:spChg>
        <pc:spChg chg="add mod ord">
          <ac:chgData name="GOH Chen Ling" userId="212e6a30-ba18-491b-b256-c4a19ccf7aa3" providerId="ADAL" clId="{0076BC8B-1376-41C0-86AC-501F050916BE}" dt="2023-05-14T07:33:49.092" v="2200" actId="14100"/>
          <ac:spMkLst>
            <pc:docMk/>
            <pc:sldMk cId="455092647" sldId="260"/>
            <ac:spMk id="9" creationId="{E749358C-D346-CD1A-7CA5-BF2989CC8FD8}"/>
          </ac:spMkLst>
        </pc:spChg>
        <pc:spChg chg="add mod ord">
          <ac:chgData name="GOH Chen Ling" userId="212e6a30-ba18-491b-b256-c4a19ccf7aa3" providerId="ADAL" clId="{0076BC8B-1376-41C0-86AC-501F050916BE}" dt="2023-05-14T09:43:26.603" v="5659" actId="1076"/>
          <ac:spMkLst>
            <pc:docMk/>
            <pc:sldMk cId="455092647" sldId="260"/>
            <ac:spMk id="10" creationId="{CF693F06-9C27-D943-8D00-118D3CC6A6B7}"/>
          </ac:spMkLst>
        </pc:spChg>
        <pc:spChg chg="add mod">
          <ac:chgData name="GOH Chen Ling" userId="212e6a30-ba18-491b-b256-c4a19ccf7aa3" providerId="ADAL" clId="{0076BC8B-1376-41C0-86AC-501F050916BE}" dt="2023-05-14T09:44:07.910" v="5733" actId="1076"/>
          <ac:spMkLst>
            <pc:docMk/>
            <pc:sldMk cId="455092647" sldId="260"/>
            <ac:spMk id="11" creationId="{1F468887-0491-C930-CD32-B88FD307A3BD}"/>
          </ac:spMkLst>
        </pc:spChg>
        <pc:spChg chg="add mod">
          <ac:chgData name="GOH Chen Ling" userId="212e6a30-ba18-491b-b256-c4a19ccf7aa3" providerId="ADAL" clId="{0076BC8B-1376-41C0-86AC-501F050916BE}" dt="2023-05-14T07:33:45.949" v="2199" actId="1076"/>
          <ac:spMkLst>
            <pc:docMk/>
            <pc:sldMk cId="455092647" sldId="260"/>
            <ac:spMk id="12" creationId="{D1B82C44-839C-A0DF-2B08-E880EDC2C455}"/>
          </ac:spMkLst>
        </pc:spChg>
        <pc:picChg chg="add mod">
          <ac:chgData name="GOH Chen Ling" userId="212e6a30-ba18-491b-b256-c4a19ccf7aa3" providerId="ADAL" clId="{0076BC8B-1376-41C0-86AC-501F050916BE}" dt="2023-05-14T02:32:03.961" v="1905" actId="1076"/>
          <ac:picMkLst>
            <pc:docMk/>
            <pc:sldMk cId="455092647" sldId="260"/>
            <ac:picMk id="4" creationId="{94AD56AA-ABCF-D888-5AEC-6B27801B0A90}"/>
          </ac:picMkLst>
        </pc:picChg>
        <pc:picChg chg="add mod">
          <ac:chgData name="GOH Chen Ling" userId="212e6a30-ba18-491b-b256-c4a19ccf7aa3" providerId="ADAL" clId="{0076BC8B-1376-41C0-86AC-501F050916BE}" dt="2023-05-14T02:32:07.402" v="1906" actId="1076"/>
          <ac:picMkLst>
            <pc:docMk/>
            <pc:sldMk cId="455092647" sldId="260"/>
            <ac:picMk id="5" creationId="{096BD655-C2AE-0744-CB52-00C43585A4B6}"/>
          </ac:picMkLst>
        </pc:picChg>
        <pc:picChg chg="add mod">
          <ac:chgData name="GOH Chen Ling" userId="212e6a30-ba18-491b-b256-c4a19ccf7aa3" providerId="ADAL" clId="{0076BC8B-1376-41C0-86AC-501F050916BE}" dt="2023-05-14T09:43:31.222" v="5660" actId="1076"/>
          <ac:picMkLst>
            <pc:docMk/>
            <pc:sldMk cId="455092647" sldId="260"/>
            <ac:picMk id="7" creationId="{95256A4A-FDA8-FE77-0C5A-E0D7862125C5}"/>
          </ac:picMkLst>
        </pc:picChg>
      </pc:sldChg>
      <pc:sldChg chg="addSp delSp modSp new mod">
        <pc:chgData name="GOH Chen Ling" userId="212e6a30-ba18-491b-b256-c4a19ccf7aa3" providerId="ADAL" clId="{0076BC8B-1376-41C0-86AC-501F050916BE}" dt="2023-05-14T09:04:06.192" v="3754" actId="1076"/>
        <pc:sldMkLst>
          <pc:docMk/>
          <pc:sldMk cId="2141671503" sldId="261"/>
        </pc:sldMkLst>
        <pc:spChg chg="mod">
          <ac:chgData name="GOH Chen Ling" userId="212e6a30-ba18-491b-b256-c4a19ccf7aa3" providerId="ADAL" clId="{0076BC8B-1376-41C0-86AC-501F050916BE}" dt="2023-05-14T08:58:02.152" v="3278" actId="20577"/>
          <ac:spMkLst>
            <pc:docMk/>
            <pc:sldMk cId="2141671503" sldId="261"/>
            <ac:spMk id="2" creationId="{B88737C1-EA88-6097-9E9E-296F9F66A532}"/>
          </ac:spMkLst>
        </pc:spChg>
        <pc:spChg chg="del mod">
          <ac:chgData name="GOH Chen Ling" userId="212e6a30-ba18-491b-b256-c4a19ccf7aa3" providerId="ADAL" clId="{0076BC8B-1376-41C0-86AC-501F050916BE}" dt="2023-05-14T08:19:33.562" v="3116" actId="478"/>
          <ac:spMkLst>
            <pc:docMk/>
            <pc:sldMk cId="2141671503" sldId="261"/>
            <ac:spMk id="3" creationId="{D5D789E2-C6F0-85D8-B363-3BFBB0B27D6E}"/>
          </ac:spMkLst>
        </pc:spChg>
        <pc:spChg chg="add del mod">
          <ac:chgData name="GOH Chen Ling" userId="212e6a30-ba18-491b-b256-c4a19ccf7aa3" providerId="ADAL" clId="{0076BC8B-1376-41C0-86AC-501F050916BE}" dt="2023-05-14T08:19:35.764" v="3117" actId="478"/>
          <ac:spMkLst>
            <pc:docMk/>
            <pc:sldMk cId="2141671503" sldId="261"/>
            <ac:spMk id="6" creationId="{53DF7CE2-E946-AE10-D691-7DCFE191DD96}"/>
          </ac:spMkLst>
        </pc:spChg>
        <pc:graphicFrameChg chg="add mod modGraphic">
          <ac:chgData name="GOH Chen Ling" userId="212e6a30-ba18-491b-b256-c4a19ccf7aa3" providerId="ADAL" clId="{0076BC8B-1376-41C0-86AC-501F050916BE}" dt="2023-05-14T09:04:06.192" v="3754" actId="1076"/>
          <ac:graphicFrameMkLst>
            <pc:docMk/>
            <pc:sldMk cId="2141671503" sldId="261"/>
            <ac:graphicFrameMk id="4" creationId="{F2165C65-DEA1-25D2-679C-C4C27AD5BF23}"/>
          </ac:graphicFrameMkLst>
        </pc:graphicFrameChg>
      </pc:sldChg>
      <pc:sldChg chg="addSp delSp modSp new mod setBg">
        <pc:chgData name="GOH Chen Ling" userId="212e6a30-ba18-491b-b256-c4a19ccf7aa3" providerId="ADAL" clId="{0076BC8B-1376-41C0-86AC-501F050916BE}" dt="2023-05-14T09:27:54.955" v="4544" actId="1076"/>
        <pc:sldMkLst>
          <pc:docMk/>
          <pc:sldMk cId="2207553836" sldId="262"/>
        </pc:sldMkLst>
        <pc:spChg chg="mod">
          <ac:chgData name="GOH Chen Ling" userId="212e6a30-ba18-491b-b256-c4a19ccf7aa3" providerId="ADAL" clId="{0076BC8B-1376-41C0-86AC-501F050916BE}" dt="2023-05-14T09:24:35.763" v="4449" actId="26606"/>
          <ac:spMkLst>
            <pc:docMk/>
            <pc:sldMk cId="2207553836" sldId="262"/>
            <ac:spMk id="2" creationId="{63C43703-30EA-A203-D875-6EF8F7E66655}"/>
          </ac:spMkLst>
        </pc:spChg>
        <pc:spChg chg="del mod">
          <ac:chgData name="GOH Chen Ling" userId="212e6a30-ba18-491b-b256-c4a19ccf7aa3" providerId="ADAL" clId="{0076BC8B-1376-41C0-86AC-501F050916BE}" dt="2023-05-14T09:24:35.763" v="4449" actId="26606"/>
          <ac:spMkLst>
            <pc:docMk/>
            <pc:sldMk cId="2207553836" sldId="262"/>
            <ac:spMk id="3" creationId="{9AF346AF-CAA1-63C3-B10A-C586BFDCBFBC}"/>
          </ac:spMkLst>
        </pc:spChg>
        <pc:spChg chg="add mod">
          <ac:chgData name="GOH Chen Ling" userId="212e6a30-ba18-491b-b256-c4a19ccf7aa3" providerId="ADAL" clId="{0076BC8B-1376-41C0-86AC-501F050916BE}" dt="2023-05-14T09:27:10.036" v="4533" actId="1076"/>
          <ac:spMkLst>
            <pc:docMk/>
            <pc:sldMk cId="2207553836" sldId="262"/>
            <ac:spMk id="4" creationId="{914EB615-4EF7-4710-30DA-EAF93D123273}"/>
          </ac:spMkLst>
        </pc:spChg>
        <pc:spChg chg="add mod">
          <ac:chgData name="GOH Chen Ling" userId="212e6a30-ba18-491b-b256-c4a19ccf7aa3" providerId="ADAL" clId="{0076BC8B-1376-41C0-86AC-501F050916BE}" dt="2023-05-14T09:27:54.955" v="4544" actId="1076"/>
          <ac:spMkLst>
            <pc:docMk/>
            <pc:sldMk cId="2207553836" sldId="262"/>
            <ac:spMk id="6" creationId="{619E683C-ED30-19D6-07EA-ACC38ACCB147}"/>
          </ac:spMkLst>
        </pc:spChg>
        <pc:spChg chg="add">
          <ac:chgData name="GOH Chen Ling" userId="212e6a30-ba18-491b-b256-c4a19ccf7aa3" providerId="ADAL" clId="{0076BC8B-1376-41C0-86AC-501F050916BE}" dt="2023-05-14T09:24:35.763" v="4449" actId="26606"/>
          <ac:spMkLst>
            <pc:docMk/>
            <pc:sldMk cId="2207553836" sldId="262"/>
            <ac:spMk id="9" creationId="{53B021B3-DE93-4AB7-8A18-CF5F1CED88B8}"/>
          </ac:spMkLst>
        </pc:spChg>
        <pc:spChg chg="add">
          <ac:chgData name="GOH Chen Ling" userId="212e6a30-ba18-491b-b256-c4a19ccf7aa3" providerId="ADAL" clId="{0076BC8B-1376-41C0-86AC-501F050916BE}" dt="2023-05-14T09:24:35.763" v="4449" actId="26606"/>
          <ac:spMkLst>
            <pc:docMk/>
            <pc:sldMk cId="2207553836" sldId="262"/>
            <ac:spMk id="11" creationId="{52D502E5-F6B4-4D58-B4AE-FC466FF15EE8}"/>
          </ac:spMkLst>
        </pc:spChg>
        <pc:spChg chg="add">
          <ac:chgData name="GOH Chen Ling" userId="212e6a30-ba18-491b-b256-c4a19ccf7aa3" providerId="ADAL" clId="{0076BC8B-1376-41C0-86AC-501F050916BE}" dt="2023-05-14T09:24:35.763" v="4449" actId="26606"/>
          <ac:spMkLst>
            <pc:docMk/>
            <pc:sldMk cId="2207553836" sldId="262"/>
            <ac:spMk id="13" creationId="{9DECDBF4-02B6-4BB4-B65B-B8107AD6A9E8}"/>
          </ac:spMkLst>
        </pc:spChg>
        <pc:graphicFrameChg chg="add mod">
          <ac:chgData name="GOH Chen Ling" userId="212e6a30-ba18-491b-b256-c4a19ccf7aa3" providerId="ADAL" clId="{0076BC8B-1376-41C0-86AC-501F050916BE}" dt="2023-05-14T09:27:38.425" v="4540" actId="255"/>
          <ac:graphicFrameMkLst>
            <pc:docMk/>
            <pc:sldMk cId="2207553836" sldId="262"/>
            <ac:graphicFrameMk id="5" creationId="{2EE38C94-28F4-8B36-8FBD-90D81A066B63}"/>
          </ac:graphicFrameMkLst>
        </pc:graphicFrameChg>
      </pc:sldChg>
      <pc:sldChg chg="addSp delSp modSp new mod">
        <pc:chgData name="GOH Chen Ling" userId="212e6a30-ba18-491b-b256-c4a19ccf7aa3" providerId="ADAL" clId="{0076BC8B-1376-41C0-86AC-501F050916BE}" dt="2023-05-14T09:19:54.893" v="4415" actId="14100"/>
        <pc:sldMkLst>
          <pc:docMk/>
          <pc:sldMk cId="3645307944" sldId="263"/>
        </pc:sldMkLst>
        <pc:spChg chg="mod">
          <ac:chgData name="GOH Chen Ling" userId="212e6a30-ba18-491b-b256-c4a19ccf7aa3" providerId="ADAL" clId="{0076BC8B-1376-41C0-86AC-501F050916BE}" dt="2023-05-14T09:17:17.351" v="4229" actId="20577"/>
          <ac:spMkLst>
            <pc:docMk/>
            <pc:sldMk cId="3645307944" sldId="263"/>
            <ac:spMk id="2" creationId="{AFD0872A-0A67-F0ED-4F4F-A249029F3014}"/>
          </ac:spMkLst>
        </pc:spChg>
        <pc:spChg chg="del">
          <ac:chgData name="GOH Chen Ling" userId="212e6a30-ba18-491b-b256-c4a19ccf7aa3" providerId="ADAL" clId="{0076BC8B-1376-41C0-86AC-501F050916BE}" dt="2023-05-14T09:06:01.865" v="3782" actId="3680"/>
          <ac:spMkLst>
            <pc:docMk/>
            <pc:sldMk cId="3645307944" sldId="263"/>
            <ac:spMk id="3" creationId="{80F300E3-EC24-ED1D-F674-AE605FF76393}"/>
          </ac:spMkLst>
        </pc:spChg>
        <pc:spChg chg="add mod">
          <ac:chgData name="GOH Chen Ling" userId="212e6a30-ba18-491b-b256-c4a19ccf7aa3" providerId="ADAL" clId="{0076BC8B-1376-41C0-86AC-501F050916BE}" dt="2023-05-14T09:17:48.041" v="4265" actId="1076"/>
          <ac:spMkLst>
            <pc:docMk/>
            <pc:sldMk cId="3645307944" sldId="263"/>
            <ac:spMk id="6" creationId="{00A8D6D9-D49E-9934-2744-C1B482531AE6}"/>
          </ac:spMkLst>
        </pc:spChg>
        <pc:spChg chg="add mod">
          <ac:chgData name="GOH Chen Ling" userId="212e6a30-ba18-491b-b256-c4a19ccf7aa3" providerId="ADAL" clId="{0076BC8B-1376-41C0-86AC-501F050916BE}" dt="2023-05-14T09:18:02.952" v="4274" actId="20577"/>
          <ac:spMkLst>
            <pc:docMk/>
            <pc:sldMk cId="3645307944" sldId="263"/>
            <ac:spMk id="7" creationId="{47432684-65B9-4A8A-C1B9-938F3B636239}"/>
          </ac:spMkLst>
        </pc:spChg>
        <pc:spChg chg="add mod">
          <ac:chgData name="GOH Chen Ling" userId="212e6a30-ba18-491b-b256-c4a19ccf7aa3" providerId="ADAL" clId="{0076BC8B-1376-41C0-86AC-501F050916BE}" dt="2023-05-14T09:18:31.261" v="4278" actId="1582"/>
          <ac:spMkLst>
            <pc:docMk/>
            <pc:sldMk cId="3645307944" sldId="263"/>
            <ac:spMk id="8" creationId="{3021D8DF-5167-7E35-D092-FD5F326A6A83}"/>
          </ac:spMkLst>
        </pc:spChg>
        <pc:spChg chg="add mod">
          <ac:chgData name="GOH Chen Ling" userId="212e6a30-ba18-491b-b256-c4a19ccf7aa3" providerId="ADAL" clId="{0076BC8B-1376-41C0-86AC-501F050916BE}" dt="2023-05-14T09:18:39.308" v="4280" actId="1076"/>
          <ac:spMkLst>
            <pc:docMk/>
            <pc:sldMk cId="3645307944" sldId="263"/>
            <ac:spMk id="9" creationId="{51009703-6408-13D5-59E9-16799A45B2F7}"/>
          </ac:spMkLst>
        </pc:spChg>
        <pc:spChg chg="add mod">
          <ac:chgData name="GOH Chen Ling" userId="212e6a30-ba18-491b-b256-c4a19ccf7aa3" providerId="ADAL" clId="{0076BC8B-1376-41C0-86AC-501F050916BE}" dt="2023-05-14T09:18:45.151" v="4282" actId="1076"/>
          <ac:spMkLst>
            <pc:docMk/>
            <pc:sldMk cId="3645307944" sldId="263"/>
            <ac:spMk id="10" creationId="{83688298-FFA8-F9A3-F3E8-541ACFC1DAE3}"/>
          </ac:spMkLst>
        </pc:spChg>
        <pc:spChg chg="add mod">
          <ac:chgData name="GOH Chen Ling" userId="212e6a30-ba18-491b-b256-c4a19ccf7aa3" providerId="ADAL" clId="{0076BC8B-1376-41C0-86AC-501F050916BE}" dt="2023-05-14T09:18:50.564" v="4284" actId="1076"/>
          <ac:spMkLst>
            <pc:docMk/>
            <pc:sldMk cId="3645307944" sldId="263"/>
            <ac:spMk id="11" creationId="{DF0E31B3-29E6-133F-C68D-A6973319342F}"/>
          </ac:spMkLst>
        </pc:spChg>
        <pc:spChg chg="add mod">
          <ac:chgData name="GOH Chen Ling" userId="212e6a30-ba18-491b-b256-c4a19ccf7aa3" providerId="ADAL" clId="{0076BC8B-1376-41C0-86AC-501F050916BE}" dt="2023-05-14T09:19:54.893" v="4415" actId="14100"/>
          <ac:spMkLst>
            <pc:docMk/>
            <pc:sldMk cId="3645307944" sldId="263"/>
            <ac:spMk id="12" creationId="{1DDE004B-2881-63E1-E803-D404B717A884}"/>
          </ac:spMkLst>
        </pc:spChg>
        <pc:graphicFrameChg chg="add mod ord modGraphic">
          <ac:chgData name="GOH Chen Ling" userId="212e6a30-ba18-491b-b256-c4a19ccf7aa3" providerId="ADAL" clId="{0076BC8B-1376-41C0-86AC-501F050916BE}" dt="2023-05-14T09:17:10.261" v="4228" actId="1076"/>
          <ac:graphicFrameMkLst>
            <pc:docMk/>
            <pc:sldMk cId="3645307944" sldId="263"/>
            <ac:graphicFrameMk id="4" creationId="{A9C7A373-7B70-B6D8-51A3-07BE1821C91C}"/>
          </ac:graphicFrameMkLst>
        </pc:graphicFrameChg>
        <pc:graphicFrameChg chg="add mod modGraphic">
          <ac:chgData name="GOH Chen Ling" userId="212e6a30-ba18-491b-b256-c4a19ccf7aa3" providerId="ADAL" clId="{0076BC8B-1376-41C0-86AC-501F050916BE}" dt="2023-05-14T09:17:56.203" v="4268" actId="20577"/>
          <ac:graphicFrameMkLst>
            <pc:docMk/>
            <pc:sldMk cId="3645307944" sldId="263"/>
            <ac:graphicFrameMk id="5" creationId="{97ABB791-A43C-340E-FDB7-D3F785C42C53}"/>
          </ac:graphicFrameMkLst>
        </pc:graphicFrameChg>
      </pc:sldChg>
      <pc:sldChg chg="addSp modSp new mod setBg">
        <pc:chgData name="GOH Chen Ling" userId="212e6a30-ba18-491b-b256-c4a19ccf7aa3" providerId="ADAL" clId="{0076BC8B-1376-41C0-86AC-501F050916BE}" dt="2023-05-14T16:24:10.343" v="6792" actId="6549"/>
        <pc:sldMkLst>
          <pc:docMk/>
          <pc:sldMk cId="293562133" sldId="264"/>
        </pc:sldMkLst>
        <pc:spChg chg="mod">
          <ac:chgData name="GOH Chen Ling" userId="212e6a30-ba18-491b-b256-c4a19ccf7aa3" providerId="ADAL" clId="{0076BC8B-1376-41C0-86AC-501F050916BE}" dt="2023-05-14T09:39:34.488" v="5641" actId="26606"/>
          <ac:spMkLst>
            <pc:docMk/>
            <pc:sldMk cId="293562133" sldId="264"/>
            <ac:spMk id="2" creationId="{8E24482E-C62C-1C68-C82A-2A0DAE8CC149}"/>
          </ac:spMkLst>
        </pc:spChg>
        <pc:spChg chg="mod">
          <ac:chgData name="GOH Chen Ling" userId="212e6a30-ba18-491b-b256-c4a19ccf7aa3" providerId="ADAL" clId="{0076BC8B-1376-41C0-86AC-501F050916BE}" dt="2023-05-14T16:24:10.343" v="6792" actId="6549"/>
          <ac:spMkLst>
            <pc:docMk/>
            <pc:sldMk cId="293562133" sldId="264"/>
            <ac:spMk id="3" creationId="{05DD1188-B3E0-ACB3-55E3-2D19B39A8718}"/>
          </ac:spMkLst>
        </pc:spChg>
        <pc:spChg chg="add">
          <ac:chgData name="GOH Chen Ling" userId="212e6a30-ba18-491b-b256-c4a19ccf7aa3" providerId="ADAL" clId="{0076BC8B-1376-41C0-86AC-501F050916BE}" dt="2023-05-14T09:39:34.488" v="5641" actId="26606"/>
          <ac:spMkLst>
            <pc:docMk/>
            <pc:sldMk cId="293562133" sldId="264"/>
            <ac:spMk id="9" creationId="{8380AD67-C5CA-4918-B4BB-C359BB03EEDD}"/>
          </ac:spMkLst>
        </pc:spChg>
        <pc:spChg chg="add">
          <ac:chgData name="GOH Chen Ling" userId="212e6a30-ba18-491b-b256-c4a19ccf7aa3" providerId="ADAL" clId="{0076BC8B-1376-41C0-86AC-501F050916BE}" dt="2023-05-14T09:39:34.488" v="5641" actId="26606"/>
          <ac:spMkLst>
            <pc:docMk/>
            <pc:sldMk cId="293562133" sldId="264"/>
            <ac:spMk id="11" creationId="{EABAD4DA-87BA-4F70-9EF0-45C6BCF17823}"/>
          </ac:spMkLst>
        </pc:spChg>
        <pc:spChg chg="add">
          <ac:chgData name="GOH Chen Ling" userId="212e6a30-ba18-491b-b256-c4a19ccf7aa3" providerId="ADAL" clId="{0076BC8B-1376-41C0-86AC-501F050916BE}" dt="2023-05-14T09:39:34.488" v="5641" actId="26606"/>
          <ac:spMkLst>
            <pc:docMk/>
            <pc:sldMk cId="293562133" sldId="264"/>
            <ac:spMk id="13" creationId="{915128D9-2797-47FA-B6FE-EC24E6B8437A}"/>
          </ac:spMkLst>
        </pc:spChg>
        <pc:picChg chg="add">
          <ac:chgData name="GOH Chen Ling" userId="212e6a30-ba18-491b-b256-c4a19ccf7aa3" providerId="ADAL" clId="{0076BC8B-1376-41C0-86AC-501F050916BE}" dt="2023-05-14T09:39:34.488" v="5641" actId="26606"/>
          <ac:picMkLst>
            <pc:docMk/>
            <pc:sldMk cId="293562133" sldId="264"/>
            <ac:picMk id="5" creationId="{99F22B68-8C2F-1F7C-7C14-C7739A55DF8A}"/>
          </ac:picMkLst>
        </pc:picChg>
      </pc:sldChg>
      <pc:sldChg chg="addSp delSp modSp add mod">
        <pc:chgData name="GOH Chen Ling" userId="212e6a30-ba18-491b-b256-c4a19ccf7aa3" providerId="ADAL" clId="{0076BC8B-1376-41C0-86AC-501F050916BE}" dt="2023-05-14T16:08:45.446" v="5977" actId="122"/>
        <pc:sldMkLst>
          <pc:docMk/>
          <pc:sldMk cId="2733337490" sldId="265"/>
        </pc:sldMkLst>
        <pc:spChg chg="mod">
          <ac:chgData name="GOH Chen Ling" userId="212e6a30-ba18-491b-b256-c4a19ccf7aa3" providerId="ADAL" clId="{0076BC8B-1376-41C0-86AC-501F050916BE}" dt="2023-05-14T16:08:41.107" v="5975" actId="20577"/>
          <ac:spMkLst>
            <pc:docMk/>
            <pc:sldMk cId="2733337490" sldId="265"/>
            <ac:spMk id="2" creationId="{AFD0872A-0A67-F0ED-4F4F-A249029F3014}"/>
          </ac:spMkLst>
        </pc:spChg>
        <pc:spChg chg="add del mod">
          <ac:chgData name="GOH Chen Ling" userId="212e6a30-ba18-491b-b256-c4a19ccf7aa3" providerId="ADAL" clId="{0076BC8B-1376-41C0-86AC-501F050916BE}" dt="2023-05-14T16:01:59.999" v="5857" actId="478"/>
          <ac:spMkLst>
            <pc:docMk/>
            <pc:sldMk cId="2733337490" sldId="265"/>
            <ac:spMk id="5" creationId="{CEE09D9A-82B1-4D17-F0B2-F996B7B840B7}"/>
          </ac:spMkLst>
        </pc:spChg>
        <pc:spChg chg="add mod">
          <ac:chgData name="GOH Chen Ling" userId="212e6a30-ba18-491b-b256-c4a19ccf7aa3" providerId="ADAL" clId="{0076BC8B-1376-41C0-86AC-501F050916BE}" dt="2023-05-14T16:08:39.113" v="5974" actId="122"/>
          <ac:spMkLst>
            <pc:docMk/>
            <pc:sldMk cId="2733337490" sldId="265"/>
            <ac:spMk id="8" creationId="{8DD69F42-B569-92EE-589B-12747D4893F8}"/>
          </ac:spMkLst>
        </pc:spChg>
        <pc:spChg chg="add mod">
          <ac:chgData name="GOH Chen Ling" userId="212e6a30-ba18-491b-b256-c4a19ccf7aa3" providerId="ADAL" clId="{0076BC8B-1376-41C0-86AC-501F050916BE}" dt="2023-05-14T16:08:45.446" v="5977" actId="122"/>
          <ac:spMkLst>
            <pc:docMk/>
            <pc:sldMk cId="2733337490" sldId="265"/>
            <ac:spMk id="11" creationId="{4F81F76E-DD3A-7393-E753-358CD48B0A51}"/>
          </ac:spMkLst>
        </pc:spChg>
        <pc:graphicFrameChg chg="del modGraphic">
          <ac:chgData name="GOH Chen Ling" userId="212e6a30-ba18-491b-b256-c4a19ccf7aa3" providerId="ADAL" clId="{0076BC8B-1376-41C0-86AC-501F050916BE}" dt="2023-05-14T09:16:58.757" v="4225" actId="21"/>
          <ac:graphicFrameMkLst>
            <pc:docMk/>
            <pc:sldMk cId="2733337490" sldId="265"/>
            <ac:graphicFrameMk id="4" creationId="{A9C7A373-7B70-B6D8-51A3-07BE1821C91C}"/>
          </ac:graphicFrameMkLst>
        </pc:graphicFrameChg>
        <pc:picChg chg="add mod">
          <ac:chgData name="GOH Chen Ling" userId="212e6a30-ba18-491b-b256-c4a19ccf7aa3" providerId="ADAL" clId="{0076BC8B-1376-41C0-86AC-501F050916BE}" dt="2023-05-14T16:07:01.164" v="5953" actId="1076"/>
          <ac:picMkLst>
            <pc:docMk/>
            <pc:sldMk cId="2733337490" sldId="265"/>
            <ac:picMk id="7" creationId="{19BC55A8-A6E8-69EF-6740-2252DD28EEB9}"/>
          </ac:picMkLst>
        </pc:picChg>
        <pc:picChg chg="add del mod">
          <ac:chgData name="GOH Chen Ling" userId="212e6a30-ba18-491b-b256-c4a19ccf7aa3" providerId="ADAL" clId="{0076BC8B-1376-41C0-86AC-501F050916BE}" dt="2023-05-14T16:04:36.080" v="5938" actId="478"/>
          <ac:picMkLst>
            <pc:docMk/>
            <pc:sldMk cId="2733337490" sldId="265"/>
            <ac:picMk id="10" creationId="{E120B6F6-7195-A39F-6D57-C917BCB70E0E}"/>
          </ac:picMkLst>
        </pc:picChg>
        <pc:picChg chg="add mod">
          <ac:chgData name="GOH Chen Ling" userId="212e6a30-ba18-491b-b256-c4a19ccf7aa3" providerId="ADAL" clId="{0076BC8B-1376-41C0-86AC-501F050916BE}" dt="2023-05-14T16:06:46.668" v="5950" actId="1076"/>
          <ac:picMkLst>
            <pc:docMk/>
            <pc:sldMk cId="2733337490" sldId="265"/>
            <ac:picMk id="13" creationId="{FA9028D4-79CB-6F42-1FBE-45CBB515F2B0}"/>
          </ac:picMkLst>
        </pc:picChg>
        <pc:picChg chg="add mod">
          <ac:chgData name="GOH Chen Ling" userId="212e6a30-ba18-491b-b256-c4a19ccf7aa3" providerId="ADAL" clId="{0076BC8B-1376-41C0-86AC-501F050916BE}" dt="2023-05-14T16:07:38.542" v="5958" actId="1076"/>
          <ac:picMkLst>
            <pc:docMk/>
            <pc:sldMk cId="2733337490" sldId="265"/>
            <ac:picMk id="15" creationId="{58EBF9E2-3E7A-C6DF-27BA-2782C1FEE002}"/>
          </ac:picMkLst>
        </pc:picChg>
        <pc:picChg chg="add mod">
          <ac:chgData name="GOH Chen Ling" userId="212e6a30-ba18-491b-b256-c4a19ccf7aa3" providerId="ADAL" clId="{0076BC8B-1376-41C0-86AC-501F050916BE}" dt="2023-05-14T16:07:34.695" v="5957" actId="1076"/>
          <ac:picMkLst>
            <pc:docMk/>
            <pc:sldMk cId="2733337490" sldId="265"/>
            <ac:picMk id="17" creationId="{74A1BFD4-330F-DEFF-C3DE-4099D0DC458F}"/>
          </ac:picMkLst>
        </pc:picChg>
      </pc:sldChg>
      <pc:sldChg chg="addSp delSp modSp new mod setBg setClrOvrMap">
        <pc:chgData name="GOH Chen Ling" userId="212e6a30-ba18-491b-b256-c4a19ccf7aa3" providerId="ADAL" clId="{0076BC8B-1376-41C0-86AC-501F050916BE}" dt="2023-05-14T09:47:59.402" v="5836" actId="26606"/>
        <pc:sldMkLst>
          <pc:docMk/>
          <pc:sldMk cId="3761102111" sldId="266"/>
        </pc:sldMkLst>
        <pc:spChg chg="mod ord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2" creationId="{BC75F2AB-5375-876C-1BFE-D27FADB0045C}"/>
          </ac:spMkLst>
        </pc:spChg>
        <pc:spChg chg="del">
          <ac:chgData name="GOH Chen Ling" userId="212e6a30-ba18-491b-b256-c4a19ccf7aa3" providerId="ADAL" clId="{0076BC8B-1376-41C0-86AC-501F050916BE}" dt="2023-05-14T09:36:07.069" v="5469" actId="931"/>
          <ac:spMkLst>
            <pc:docMk/>
            <pc:sldMk cId="3761102111" sldId="266"/>
            <ac:spMk id="3" creationId="{C0883902-FB4B-4D13-330F-F1F172787E9B}"/>
          </ac:spMkLst>
        </pc:spChg>
        <pc:spChg chg="mod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4" creationId="{D8CF6498-0A28-0BFD-CF17-06CB62C373FD}"/>
          </ac:spMkLst>
        </pc:spChg>
        <pc:spChg chg="add del">
          <ac:chgData name="GOH Chen Ling" userId="212e6a30-ba18-491b-b256-c4a19ccf7aa3" providerId="ADAL" clId="{0076BC8B-1376-41C0-86AC-501F050916BE}" dt="2023-05-14T09:36:26.077" v="5471" actId="26606"/>
          <ac:spMkLst>
            <pc:docMk/>
            <pc:sldMk cId="3761102111" sldId="266"/>
            <ac:spMk id="11" creationId="{2D6FBB9D-1CAA-4D05-AB33-BABDFE17B843}"/>
          </ac:spMkLst>
        </pc:spChg>
        <pc:spChg chg="add del">
          <ac:chgData name="GOH Chen Ling" userId="212e6a30-ba18-491b-b256-c4a19ccf7aa3" providerId="ADAL" clId="{0076BC8B-1376-41C0-86AC-501F050916BE}" dt="2023-05-14T09:36:26.077" v="5471" actId="26606"/>
          <ac:spMkLst>
            <pc:docMk/>
            <pc:sldMk cId="3761102111" sldId="266"/>
            <ac:spMk id="13" creationId="{04727B71-B4B6-4823-80A1-68C40B475118}"/>
          </ac:spMkLst>
        </pc:spChg>
        <pc:spChg chg="add del">
          <ac:chgData name="GOH Chen Ling" userId="212e6a30-ba18-491b-b256-c4a19ccf7aa3" providerId="ADAL" clId="{0076BC8B-1376-41C0-86AC-501F050916BE}" dt="2023-05-14T09:36:26.077" v="5471" actId="26606"/>
          <ac:spMkLst>
            <pc:docMk/>
            <pc:sldMk cId="3761102111" sldId="266"/>
            <ac:spMk id="15" creationId="{79A6DB05-9FB5-4B07-8675-74C23D4FD89D}"/>
          </ac:spMkLst>
        </pc:spChg>
        <pc:spChg chg="add del">
          <ac:chgData name="GOH Chen Ling" userId="212e6a30-ba18-491b-b256-c4a19ccf7aa3" providerId="ADAL" clId="{0076BC8B-1376-41C0-86AC-501F050916BE}" dt="2023-05-14T09:36:26.077" v="5471" actId="26606"/>
          <ac:spMkLst>
            <pc:docMk/>
            <pc:sldMk cId="3761102111" sldId="266"/>
            <ac:spMk id="17" creationId="{9AA72BD9-2C5A-4EDC-931F-5AA08EACA0F3}"/>
          </ac:spMkLst>
        </pc:spChg>
        <pc:spChg chg="add del">
          <ac:chgData name="GOH Chen Ling" userId="212e6a30-ba18-491b-b256-c4a19ccf7aa3" providerId="ADAL" clId="{0076BC8B-1376-41C0-86AC-501F050916BE}" dt="2023-05-14T09:36:26.077" v="5471" actId="26606"/>
          <ac:spMkLst>
            <pc:docMk/>
            <pc:sldMk cId="3761102111" sldId="266"/>
            <ac:spMk id="19" creationId="{8A6DB0E6-E65F-4229-A5A0-2500203B6CC3}"/>
          </ac:spMkLst>
        </pc:spChg>
        <pc:spChg chg="add del">
          <ac:chgData name="GOH Chen Ling" userId="212e6a30-ba18-491b-b256-c4a19ccf7aa3" providerId="ADAL" clId="{0076BC8B-1376-41C0-86AC-501F050916BE}" dt="2023-05-14T09:36:26.077" v="5471" actId="26606"/>
          <ac:spMkLst>
            <pc:docMk/>
            <pc:sldMk cId="3761102111" sldId="266"/>
            <ac:spMk id="21" creationId="{55D4142C-5077-457F-A6AD-3FECFDB39685}"/>
          </ac:spMkLst>
        </pc:spChg>
        <pc:spChg chg="add del">
          <ac:chgData name="GOH Chen Ling" userId="212e6a30-ba18-491b-b256-c4a19ccf7aa3" providerId="ADAL" clId="{0076BC8B-1376-41C0-86AC-501F050916BE}" dt="2023-05-14T09:36:26.077" v="5471" actId="26606"/>
          <ac:spMkLst>
            <pc:docMk/>
            <pc:sldMk cId="3761102111" sldId="266"/>
            <ac:spMk id="23" creationId="{7A5F0580-5EE9-419F-96EE-B6529EF6E7D0}"/>
          </ac:spMkLst>
        </pc:spChg>
        <pc:spChg chg="add del">
          <ac:chgData name="GOH Chen Ling" userId="212e6a30-ba18-491b-b256-c4a19ccf7aa3" providerId="ADAL" clId="{0076BC8B-1376-41C0-86AC-501F050916BE}" dt="2023-05-14T09:38:41.005" v="5639" actId="26606"/>
          <ac:spMkLst>
            <pc:docMk/>
            <pc:sldMk cId="3761102111" sldId="266"/>
            <ac:spMk id="25" creationId="{2D6FBB9D-1CAA-4D05-AB33-BABDFE17B843}"/>
          </ac:spMkLst>
        </pc:spChg>
        <pc:spChg chg="add del">
          <ac:chgData name="GOH Chen Ling" userId="212e6a30-ba18-491b-b256-c4a19ccf7aa3" providerId="ADAL" clId="{0076BC8B-1376-41C0-86AC-501F050916BE}" dt="2023-05-14T09:38:41.005" v="5639" actId="26606"/>
          <ac:spMkLst>
            <pc:docMk/>
            <pc:sldMk cId="3761102111" sldId="266"/>
            <ac:spMk id="26" creationId="{04727B71-B4B6-4823-80A1-68C40B475118}"/>
          </ac:spMkLst>
        </pc:spChg>
        <pc:spChg chg="add del">
          <ac:chgData name="GOH Chen Ling" userId="212e6a30-ba18-491b-b256-c4a19ccf7aa3" providerId="ADAL" clId="{0076BC8B-1376-41C0-86AC-501F050916BE}" dt="2023-05-14T09:38:41.005" v="5639" actId="26606"/>
          <ac:spMkLst>
            <pc:docMk/>
            <pc:sldMk cId="3761102111" sldId="266"/>
            <ac:spMk id="27" creationId="{79A6DB05-9FB5-4B07-8675-74C23D4FD89D}"/>
          </ac:spMkLst>
        </pc:spChg>
        <pc:spChg chg="add del">
          <ac:chgData name="GOH Chen Ling" userId="212e6a30-ba18-491b-b256-c4a19ccf7aa3" providerId="ADAL" clId="{0076BC8B-1376-41C0-86AC-501F050916BE}" dt="2023-05-14T09:38:41.005" v="5639" actId="26606"/>
          <ac:spMkLst>
            <pc:docMk/>
            <pc:sldMk cId="3761102111" sldId="266"/>
            <ac:spMk id="28" creationId="{F94AA2BD-2E3F-4B1D-8127-5744B8115311}"/>
          </ac:spMkLst>
        </pc:spChg>
        <pc:spChg chg="add del">
          <ac:chgData name="GOH Chen Ling" userId="212e6a30-ba18-491b-b256-c4a19ccf7aa3" providerId="ADAL" clId="{0076BC8B-1376-41C0-86AC-501F050916BE}" dt="2023-05-14T09:38:41.005" v="5639" actId="26606"/>
          <ac:spMkLst>
            <pc:docMk/>
            <pc:sldMk cId="3761102111" sldId="266"/>
            <ac:spMk id="29" creationId="{4BD02261-2DC8-4AA8-9E16-7751AE892445}"/>
          </ac:spMkLst>
        </pc:spChg>
        <pc:spChg chg="add del">
          <ac:chgData name="GOH Chen Ling" userId="212e6a30-ba18-491b-b256-c4a19ccf7aa3" providerId="ADAL" clId="{0076BC8B-1376-41C0-86AC-501F050916BE}" dt="2023-05-14T09:38:41.005" v="5639" actId="26606"/>
          <ac:spMkLst>
            <pc:docMk/>
            <pc:sldMk cId="3761102111" sldId="266"/>
            <ac:spMk id="30" creationId="{3D752CF2-2291-40B5-B462-C17B174C10BC}"/>
          </ac:spMkLst>
        </pc:spChg>
        <pc:spChg chg="add del">
          <ac:chgData name="GOH Chen Ling" userId="212e6a30-ba18-491b-b256-c4a19ccf7aa3" providerId="ADAL" clId="{0076BC8B-1376-41C0-86AC-501F050916BE}" dt="2023-05-14T09:39:09.984" v="5640" actId="26606"/>
          <ac:spMkLst>
            <pc:docMk/>
            <pc:sldMk cId="3761102111" sldId="266"/>
            <ac:spMk id="35" creationId="{2D6FBB9D-1CAA-4D05-AB33-BABDFE17B843}"/>
          </ac:spMkLst>
        </pc:spChg>
        <pc:spChg chg="add del">
          <ac:chgData name="GOH Chen Ling" userId="212e6a30-ba18-491b-b256-c4a19ccf7aa3" providerId="ADAL" clId="{0076BC8B-1376-41C0-86AC-501F050916BE}" dt="2023-05-14T09:39:09.984" v="5640" actId="26606"/>
          <ac:spMkLst>
            <pc:docMk/>
            <pc:sldMk cId="3761102111" sldId="266"/>
            <ac:spMk id="37" creationId="{04727B71-B4B6-4823-80A1-68C40B475118}"/>
          </ac:spMkLst>
        </pc:spChg>
        <pc:spChg chg="add del">
          <ac:chgData name="GOH Chen Ling" userId="212e6a30-ba18-491b-b256-c4a19ccf7aa3" providerId="ADAL" clId="{0076BC8B-1376-41C0-86AC-501F050916BE}" dt="2023-05-14T09:39:09.984" v="5640" actId="26606"/>
          <ac:spMkLst>
            <pc:docMk/>
            <pc:sldMk cId="3761102111" sldId="266"/>
            <ac:spMk id="39" creationId="{79A6DB05-9FB5-4B07-8675-74C23D4FD89D}"/>
          </ac:spMkLst>
        </pc:spChg>
        <pc:spChg chg="add del">
          <ac:chgData name="GOH Chen Ling" userId="212e6a30-ba18-491b-b256-c4a19ccf7aa3" providerId="ADAL" clId="{0076BC8B-1376-41C0-86AC-501F050916BE}" dt="2023-05-14T09:39:09.984" v="5640" actId="26606"/>
          <ac:spMkLst>
            <pc:docMk/>
            <pc:sldMk cId="3761102111" sldId="266"/>
            <ac:spMk id="41" creationId="{8FC9BE17-9A7B-462D-AE50-3D8777387304}"/>
          </ac:spMkLst>
        </pc:spChg>
        <pc:spChg chg="add del">
          <ac:chgData name="GOH Chen Ling" userId="212e6a30-ba18-491b-b256-c4a19ccf7aa3" providerId="ADAL" clId="{0076BC8B-1376-41C0-86AC-501F050916BE}" dt="2023-05-14T09:39:09.984" v="5640" actId="26606"/>
          <ac:spMkLst>
            <pc:docMk/>
            <pc:sldMk cId="3761102111" sldId="266"/>
            <ac:spMk id="43" creationId="{3EBE8569-6AEC-4B8C-8D53-2DE337CDBA65}"/>
          </ac:spMkLst>
        </pc:spChg>
        <pc:spChg chg="add del">
          <ac:chgData name="GOH Chen Ling" userId="212e6a30-ba18-491b-b256-c4a19ccf7aa3" providerId="ADAL" clId="{0076BC8B-1376-41C0-86AC-501F050916BE}" dt="2023-05-14T09:39:09.984" v="5640" actId="26606"/>
          <ac:spMkLst>
            <pc:docMk/>
            <pc:sldMk cId="3761102111" sldId="266"/>
            <ac:spMk id="45" creationId="{55D4142C-5077-457F-A6AD-3FECFDB39685}"/>
          </ac:spMkLst>
        </pc:spChg>
        <pc:spChg chg="add del">
          <ac:chgData name="GOH Chen Ling" userId="212e6a30-ba18-491b-b256-c4a19ccf7aa3" providerId="ADAL" clId="{0076BC8B-1376-41C0-86AC-501F050916BE}" dt="2023-05-14T09:39:09.984" v="5640" actId="26606"/>
          <ac:spMkLst>
            <pc:docMk/>
            <pc:sldMk cId="3761102111" sldId="266"/>
            <ac:spMk id="47" creationId="{7A5F0580-5EE9-419F-96EE-B6529EF6E7D0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52" creationId="{2D6FBB9D-1CAA-4D05-AB33-BABDFE17B843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54" creationId="{04727B71-B4B6-4823-80A1-68C40B475118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56" creationId="{79A6DB05-9FB5-4B07-8675-74C23D4FD89D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58" creationId="{F94AA2BD-2E3F-4B1D-8127-5744B8115311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60" creationId="{4BD02261-2DC8-4AA8-9E16-7751AE892445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62" creationId="{3D752CF2-2291-40B5-B462-C17B174C10BC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67" creationId="{2D6FBB9D-1CAA-4D05-AB33-BABDFE17B843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69" creationId="{04727B71-B4B6-4823-80A1-68C40B475118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71" creationId="{79A6DB05-9FB5-4B07-8675-74C23D4FD89D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73" creationId="{79477870-C64A-4E35-8F2F-05B7114F3C74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75" creationId="{8AEA628B-C8FF-4D0B-B111-F101F580B15D}"/>
          </ac:spMkLst>
        </pc:spChg>
        <pc:spChg chg="add del">
          <ac:chgData name="GOH Chen Ling" userId="212e6a30-ba18-491b-b256-c4a19ccf7aa3" providerId="ADAL" clId="{0076BC8B-1376-41C0-86AC-501F050916BE}" dt="2023-05-14T09:47:59.402" v="5836" actId="26606"/>
          <ac:spMkLst>
            <pc:docMk/>
            <pc:sldMk cId="3761102111" sldId="266"/>
            <ac:spMk id="77" creationId="{42663BD0-064C-40FC-A331-F49FCA9536AA}"/>
          </ac:spMkLst>
        </pc:spChg>
        <pc:picChg chg="add mod ord">
          <ac:chgData name="GOH Chen Ling" userId="212e6a30-ba18-491b-b256-c4a19ccf7aa3" providerId="ADAL" clId="{0076BC8B-1376-41C0-86AC-501F050916BE}" dt="2023-05-14T09:47:59.402" v="5836" actId="26606"/>
          <ac:picMkLst>
            <pc:docMk/>
            <pc:sldMk cId="3761102111" sldId="266"/>
            <ac:picMk id="6" creationId="{C394458F-AC2E-BB0E-D796-67145CF1CD7C}"/>
          </ac:picMkLst>
        </pc:picChg>
      </pc:sldChg>
      <pc:sldChg chg="addSp modSp new mod setBg">
        <pc:chgData name="GOH Chen Ling" userId="212e6a30-ba18-491b-b256-c4a19ccf7aa3" providerId="ADAL" clId="{0076BC8B-1376-41C0-86AC-501F050916BE}" dt="2023-05-14T16:20:35.706" v="6565" actId="1076"/>
        <pc:sldMkLst>
          <pc:docMk/>
          <pc:sldMk cId="3251175664" sldId="267"/>
        </pc:sldMkLst>
        <pc:spChg chg="mod">
          <ac:chgData name="GOH Chen Ling" userId="212e6a30-ba18-491b-b256-c4a19ccf7aa3" providerId="ADAL" clId="{0076BC8B-1376-41C0-86AC-501F050916BE}" dt="2023-05-14T16:20:08.408" v="6562" actId="26606"/>
          <ac:spMkLst>
            <pc:docMk/>
            <pc:sldMk cId="3251175664" sldId="267"/>
            <ac:spMk id="2" creationId="{DF53B132-C425-1B02-ADA9-1DDD29C1F090}"/>
          </ac:spMkLst>
        </pc:spChg>
        <pc:spChg chg="mod ord">
          <ac:chgData name="GOH Chen Ling" userId="212e6a30-ba18-491b-b256-c4a19ccf7aa3" providerId="ADAL" clId="{0076BC8B-1376-41C0-86AC-501F050916BE}" dt="2023-05-14T16:20:08.408" v="6562" actId="26606"/>
          <ac:spMkLst>
            <pc:docMk/>
            <pc:sldMk cId="3251175664" sldId="267"/>
            <ac:spMk id="3" creationId="{C9E5E6AB-5598-F59C-E539-5504D68A62C2}"/>
          </ac:spMkLst>
        </pc:spChg>
        <pc:spChg chg="add">
          <ac:chgData name="GOH Chen Ling" userId="212e6a30-ba18-491b-b256-c4a19ccf7aa3" providerId="ADAL" clId="{0076BC8B-1376-41C0-86AC-501F050916BE}" dt="2023-05-14T16:20:08.408" v="6562" actId="26606"/>
          <ac:spMkLst>
            <pc:docMk/>
            <pc:sldMk cId="3251175664" sldId="267"/>
            <ac:spMk id="1031" creationId="{2C9A9DA9-7DC8-488B-A882-123947B0F3D9}"/>
          </ac:spMkLst>
        </pc:spChg>
        <pc:spChg chg="add">
          <ac:chgData name="GOH Chen Ling" userId="212e6a30-ba18-491b-b256-c4a19ccf7aa3" providerId="ADAL" clId="{0076BC8B-1376-41C0-86AC-501F050916BE}" dt="2023-05-14T16:20:08.408" v="6562" actId="26606"/>
          <ac:spMkLst>
            <pc:docMk/>
            <pc:sldMk cId="3251175664" sldId="267"/>
            <ac:spMk id="1033" creationId="{57F6BDD4-E066-4008-8011-6CC31AEB4556}"/>
          </ac:spMkLst>
        </pc:spChg>
        <pc:spChg chg="add">
          <ac:chgData name="GOH Chen Ling" userId="212e6a30-ba18-491b-b256-c4a19ccf7aa3" providerId="ADAL" clId="{0076BC8B-1376-41C0-86AC-501F050916BE}" dt="2023-05-14T16:20:08.408" v="6562" actId="26606"/>
          <ac:spMkLst>
            <pc:docMk/>
            <pc:sldMk cId="3251175664" sldId="267"/>
            <ac:spMk id="1035" creationId="{2711A8FB-68FC-45FC-B01E-38F809E2D439}"/>
          </ac:spMkLst>
        </pc:spChg>
        <pc:spChg chg="add">
          <ac:chgData name="GOH Chen Ling" userId="212e6a30-ba18-491b-b256-c4a19ccf7aa3" providerId="ADAL" clId="{0076BC8B-1376-41C0-86AC-501F050916BE}" dt="2023-05-14T16:20:08.408" v="6562" actId="26606"/>
          <ac:spMkLst>
            <pc:docMk/>
            <pc:sldMk cId="3251175664" sldId="267"/>
            <ac:spMk id="1037" creationId="{2A865FE3-5FC9-4049-87CF-30019C46C0F5}"/>
          </ac:spMkLst>
        </pc:spChg>
        <pc:picChg chg="add mod">
          <ac:chgData name="GOH Chen Ling" userId="212e6a30-ba18-491b-b256-c4a19ccf7aa3" providerId="ADAL" clId="{0076BC8B-1376-41C0-86AC-501F050916BE}" dt="2023-05-14T16:20:35.706" v="6565" actId="1076"/>
          <ac:picMkLst>
            <pc:docMk/>
            <pc:sldMk cId="3251175664" sldId="267"/>
            <ac:picMk id="1026" creationId="{6D9BC9DA-A36F-06F9-8B15-0AB7E89FA919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818945-FCC5-487C-8566-78B07BBFD9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3F5AB4C-2C6C-4ED1-A32E-8B774FC3F689}">
      <dgm:prSet/>
      <dgm:spPr/>
      <dgm:t>
        <a:bodyPr/>
        <a:lstStyle/>
        <a:p>
          <a:r>
            <a:rPr lang="en-SG"/>
            <a:t>Introduction to Problem Statement</a:t>
          </a:r>
          <a:endParaRPr lang="en-US"/>
        </a:p>
      </dgm:t>
    </dgm:pt>
    <dgm:pt modelId="{1110972E-4975-4E6D-BB61-3AA7164276E6}" type="parTrans" cxnId="{1F30CC4D-8000-48D8-90F3-B4038D5AD164}">
      <dgm:prSet/>
      <dgm:spPr/>
      <dgm:t>
        <a:bodyPr/>
        <a:lstStyle/>
        <a:p>
          <a:endParaRPr lang="en-US"/>
        </a:p>
      </dgm:t>
    </dgm:pt>
    <dgm:pt modelId="{95F16BC4-C5F8-466E-BFA2-AC8F35E8AD1C}" type="sibTrans" cxnId="{1F30CC4D-8000-48D8-90F3-B4038D5AD164}">
      <dgm:prSet/>
      <dgm:spPr/>
      <dgm:t>
        <a:bodyPr/>
        <a:lstStyle/>
        <a:p>
          <a:endParaRPr lang="en-US"/>
        </a:p>
      </dgm:t>
    </dgm:pt>
    <dgm:pt modelId="{DA00A21E-5C81-499C-BAC0-B4D15B962040}">
      <dgm:prSet/>
      <dgm:spPr/>
      <dgm:t>
        <a:bodyPr/>
        <a:lstStyle/>
        <a:p>
          <a:r>
            <a:rPr lang="en-SG"/>
            <a:t>About the data</a:t>
          </a:r>
          <a:endParaRPr lang="en-US"/>
        </a:p>
      </dgm:t>
    </dgm:pt>
    <dgm:pt modelId="{2D7E8942-6ADA-4CDB-8D9B-9E17E557BE39}" type="parTrans" cxnId="{6146658C-74A3-429F-8693-9489A981E245}">
      <dgm:prSet/>
      <dgm:spPr/>
      <dgm:t>
        <a:bodyPr/>
        <a:lstStyle/>
        <a:p>
          <a:endParaRPr lang="en-US"/>
        </a:p>
      </dgm:t>
    </dgm:pt>
    <dgm:pt modelId="{93B7733D-59C0-4952-8A8C-3A73C1D2B5A7}" type="sibTrans" cxnId="{6146658C-74A3-429F-8693-9489A981E245}">
      <dgm:prSet/>
      <dgm:spPr/>
      <dgm:t>
        <a:bodyPr/>
        <a:lstStyle/>
        <a:p>
          <a:endParaRPr lang="en-US"/>
        </a:p>
      </dgm:t>
    </dgm:pt>
    <dgm:pt modelId="{E1566A40-2B66-435A-AA7C-96AB0C850B7C}">
      <dgm:prSet/>
      <dgm:spPr/>
      <dgm:t>
        <a:bodyPr/>
        <a:lstStyle/>
        <a:p>
          <a:r>
            <a:rPr lang="en-SG" dirty="0"/>
            <a:t>Machine learning models applied</a:t>
          </a:r>
          <a:endParaRPr lang="en-US" dirty="0"/>
        </a:p>
      </dgm:t>
    </dgm:pt>
    <dgm:pt modelId="{9EEA20F2-8441-4378-B644-B97CF69A650C}" type="parTrans" cxnId="{0880015B-0E8F-466A-8D96-DE292546B678}">
      <dgm:prSet/>
      <dgm:spPr/>
      <dgm:t>
        <a:bodyPr/>
        <a:lstStyle/>
        <a:p>
          <a:endParaRPr lang="en-US"/>
        </a:p>
      </dgm:t>
    </dgm:pt>
    <dgm:pt modelId="{9849DD1A-8321-4939-9E40-BB8C2ADACDAA}" type="sibTrans" cxnId="{0880015B-0E8F-466A-8D96-DE292546B678}">
      <dgm:prSet/>
      <dgm:spPr/>
      <dgm:t>
        <a:bodyPr/>
        <a:lstStyle/>
        <a:p>
          <a:endParaRPr lang="en-US"/>
        </a:p>
      </dgm:t>
    </dgm:pt>
    <dgm:pt modelId="{B74F8A89-A651-4D47-9727-51DDE333F319}">
      <dgm:prSet/>
      <dgm:spPr/>
      <dgm:t>
        <a:bodyPr/>
        <a:lstStyle/>
        <a:p>
          <a:r>
            <a:rPr lang="en-SG" dirty="0"/>
            <a:t>Evaluation of results</a:t>
          </a:r>
          <a:endParaRPr lang="en-US" dirty="0"/>
        </a:p>
      </dgm:t>
    </dgm:pt>
    <dgm:pt modelId="{5A65BF28-022B-45F9-A3C2-2FC675A8BBC6}" type="parTrans" cxnId="{F9C91D98-8815-4553-8650-9782F8C49F11}">
      <dgm:prSet/>
      <dgm:spPr/>
      <dgm:t>
        <a:bodyPr/>
        <a:lstStyle/>
        <a:p>
          <a:endParaRPr lang="en-US"/>
        </a:p>
      </dgm:t>
    </dgm:pt>
    <dgm:pt modelId="{36EBEAEF-3F32-46F9-B305-AB9CA1C630E1}" type="sibTrans" cxnId="{F9C91D98-8815-4553-8650-9782F8C49F11}">
      <dgm:prSet/>
      <dgm:spPr/>
      <dgm:t>
        <a:bodyPr/>
        <a:lstStyle/>
        <a:p>
          <a:endParaRPr lang="en-US"/>
        </a:p>
      </dgm:t>
    </dgm:pt>
    <dgm:pt modelId="{36EE99D1-4A9D-477B-9228-0EEC76C0FF61}">
      <dgm:prSet/>
      <dgm:spPr/>
      <dgm:t>
        <a:bodyPr/>
        <a:lstStyle/>
        <a:p>
          <a:r>
            <a:rPr lang="en-SG" dirty="0"/>
            <a:t>Assumptions &amp; considerations</a:t>
          </a:r>
          <a:endParaRPr lang="en-US" dirty="0"/>
        </a:p>
      </dgm:t>
    </dgm:pt>
    <dgm:pt modelId="{8FE95F54-0C31-4398-A1FA-3F54315F3B8D}" type="parTrans" cxnId="{18693B19-2AD8-4F94-81FA-2F8F1633C1CA}">
      <dgm:prSet/>
      <dgm:spPr/>
      <dgm:t>
        <a:bodyPr/>
        <a:lstStyle/>
        <a:p>
          <a:endParaRPr lang="en-US"/>
        </a:p>
      </dgm:t>
    </dgm:pt>
    <dgm:pt modelId="{3E93DB78-876A-4343-B371-5857F4B2870A}" type="sibTrans" cxnId="{18693B19-2AD8-4F94-81FA-2F8F1633C1CA}">
      <dgm:prSet/>
      <dgm:spPr/>
      <dgm:t>
        <a:bodyPr/>
        <a:lstStyle/>
        <a:p>
          <a:endParaRPr lang="en-US"/>
        </a:p>
      </dgm:t>
    </dgm:pt>
    <dgm:pt modelId="{9BF9BC4F-93D3-4513-A4D2-4AAFA2388385}">
      <dgm:prSet/>
      <dgm:spPr/>
      <dgm:t>
        <a:bodyPr/>
        <a:lstStyle/>
        <a:p>
          <a:r>
            <a:rPr lang="en-SG"/>
            <a:t>Learning points</a:t>
          </a:r>
          <a:endParaRPr lang="en-US"/>
        </a:p>
      </dgm:t>
    </dgm:pt>
    <dgm:pt modelId="{D43CCF18-4C76-4649-A3DC-D8E514C3C56A}" type="parTrans" cxnId="{5CED04C0-5C82-48F6-A934-F00FB74B9818}">
      <dgm:prSet/>
      <dgm:spPr/>
      <dgm:t>
        <a:bodyPr/>
        <a:lstStyle/>
        <a:p>
          <a:endParaRPr lang="en-US"/>
        </a:p>
      </dgm:t>
    </dgm:pt>
    <dgm:pt modelId="{7DF4215F-EA39-4E31-97E6-C13EBF7747F8}" type="sibTrans" cxnId="{5CED04C0-5C82-48F6-A934-F00FB74B9818}">
      <dgm:prSet/>
      <dgm:spPr/>
      <dgm:t>
        <a:bodyPr/>
        <a:lstStyle/>
        <a:p>
          <a:endParaRPr lang="en-US"/>
        </a:p>
      </dgm:t>
    </dgm:pt>
    <dgm:pt modelId="{63FEB8C4-86E8-4EC7-8EA9-034A4251DFBC}">
      <dgm:prSet/>
      <dgm:spPr/>
      <dgm:t>
        <a:bodyPr/>
        <a:lstStyle/>
        <a:p>
          <a:r>
            <a:rPr lang="en-SG"/>
            <a:t>Conclusion</a:t>
          </a:r>
          <a:endParaRPr lang="en-US"/>
        </a:p>
      </dgm:t>
    </dgm:pt>
    <dgm:pt modelId="{FC1FA721-BABD-4994-B6F0-A7AB6BB38FA7}" type="parTrans" cxnId="{8B61A847-1C5B-4D19-AA13-5F605EEE97CF}">
      <dgm:prSet/>
      <dgm:spPr/>
      <dgm:t>
        <a:bodyPr/>
        <a:lstStyle/>
        <a:p>
          <a:endParaRPr lang="en-US"/>
        </a:p>
      </dgm:t>
    </dgm:pt>
    <dgm:pt modelId="{E779AE6C-2D51-4737-81C3-DD82A6979794}" type="sibTrans" cxnId="{8B61A847-1C5B-4D19-AA13-5F605EEE97CF}">
      <dgm:prSet/>
      <dgm:spPr/>
      <dgm:t>
        <a:bodyPr/>
        <a:lstStyle/>
        <a:p>
          <a:endParaRPr lang="en-US"/>
        </a:p>
      </dgm:t>
    </dgm:pt>
    <dgm:pt modelId="{FBCC9F10-DCCE-4683-ACF4-6953ACCE004E}" type="pres">
      <dgm:prSet presAssocID="{E5818945-FCC5-487C-8566-78B07BBFD90F}" presName="linear" presStyleCnt="0">
        <dgm:presLayoutVars>
          <dgm:animLvl val="lvl"/>
          <dgm:resizeHandles val="exact"/>
        </dgm:presLayoutVars>
      </dgm:prSet>
      <dgm:spPr/>
    </dgm:pt>
    <dgm:pt modelId="{70F972C6-0477-4655-929A-FAE4F7B9CD45}" type="pres">
      <dgm:prSet presAssocID="{23F5AB4C-2C6C-4ED1-A32E-8B774FC3F68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7B1943F-91C6-44B9-B676-3D1A35A9DC07}" type="pres">
      <dgm:prSet presAssocID="{95F16BC4-C5F8-466E-BFA2-AC8F35E8AD1C}" presName="spacer" presStyleCnt="0"/>
      <dgm:spPr/>
    </dgm:pt>
    <dgm:pt modelId="{80C4B9FD-4A9A-45C7-8E18-10FBBC2AC230}" type="pres">
      <dgm:prSet presAssocID="{DA00A21E-5C81-499C-BAC0-B4D15B96204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A2327F4-54C3-459E-B1BF-19FD5E99F482}" type="pres">
      <dgm:prSet presAssocID="{93B7733D-59C0-4952-8A8C-3A73C1D2B5A7}" presName="spacer" presStyleCnt="0"/>
      <dgm:spPr/>
    </dgm:pt>
    <dgm:pt modelId="{C070A321-BC44-4D18-9F5F-A51C14C1471F}" type="pres">
      <dgm:prSet presAssocID="{E1566A40-2B66-435A-AA7C-96AB0C850B7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0D1FD6C9-B996-43EE-990A-E2C40CBFBD58}" type="pres">
      <dgm:prSet presAssocID="{9849DD1A-8321-4939-9E40-BB8C2ADACDAA}" presName="spacer" presStyleCnt="0"/>
      <dgm:spPr/>
    </dgm:pt>
    <dgm:pt modelId="{19CAA7BC-DF2D-4FB5-B8B2-32BC121CAE23}" type="pres">
      <dgm:prSet presAssocID="{B74F8A89-A651-4D47-9727-51DDE333F31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81C5BB7-E30F-4683-88EA-EA399C66DDEE}" type="pres">
      <dgm:prSet presAssocID="{36EBEAEF-3F32-46F9-B305-AB9CA1C630E1}" presName="spacer" presStyleCnt="0"/>
      <dgm:spPr/>
    </dgm:pt>
    <dgm:pt modelId="{A7905794-3FCE-4057-8067-7CA35B85FE28}" type="pres">
      <dgm:prSet presAssocID="{36EE99D1-4A9D-477B-9228-0EEC76C0FF61}" presName="parentText" presStyleLbl="node1" presStyleIdx="4" presStyleCnt="7" custLinFactNeighborX="-3606" custLinFactNeighborY="-16341">
        <dgm:presLayoutVars>
          <dgm:chMax val="0"/>
          <dgm:bulletEnabled val="1"/>
        </dgm:presLayoutVars>
      </dgm:prSet>
      <dgm:spPr/>
    </dgm:pt>
    <dgm:pt modelId="{0FF1BB6D-82AB-4585-8D18-F8AC5466EF5D}" type="pres">
      <dgm:prSet presAssocID="{3E93DB78-876A-4343-B371-5857F4B2870A}" presName="spacer" presStyleCnt="0"/>
      <dgm:spPr/>
    </dgm:pt>
    <dgm:pt modelId="{B59EC569-3255-49D1-8CF3-CBB8D3CFA00F}" type="pres">
      <dgm:prSet presAssocID="{9BF9BC4F-93D3-4513-A4D2-4AAFA238838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7223A52-EFFB-4251-9074-2FAE3E8698A0}" type="pres">
      <dgm:prSet presAssocID="{7DF4215F-EA39-4E31-97E6-C13EBF7747F8}" presName="spacer" presStyleCnt="0"/>
      <dgm:spPr/>
    </dgm:pt>
    <dgm:pt modelId="{35363E7C-57ED-4D6E-9B2B-BAE58DCC1675}" type="pres">
      <dgm:prSet presAssocID="{63FEB8C4-86E8-4EC7-8EA9-034A4251DFB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11F27809-1714-42A1-B694-E01479A1BC6A}" type="presOf" srcId="{E1566A40-2B66-435A-AA7C-96AB0C850B7C}" destId="{C070A321-BC44-4D18-9F5F-A51C14C1471F}" srcOrd="0" destOrd="0" presId="urn:microsoft.com/office/officeart/2005/8/layout/vList2"/>
    <dgm:cxn modelId="{18693B19-2AD8-4F94-81FA-2F8F1633C1CA}" srcId="{E5818945-FCC5-487C-8566-78B07BBFD90F}" destId="{36EE99D1-4A9D-477B-9228-0EEC76C0FF61}" srcOrd="4" destOrd="0" parTransId="{8FE95F54-0C31-4398-A1FA-3F54315F3B8D}" sibTransId="{3E93DB78-876A-4343-B371-5857F4B2870A}"/>
    <dgm:cxn modelId="{D417F71A-EEEC-46F8-A7EB-06A41600EE47}" type="presOf" srcId="{9BF9BC4F-93D3-4513-A4D2-4AAFA2388385}" destId="{B59EC569-3255-49D1-8CF3-CBB8D3CFA00F}" srcOrd="0" destOrd="0" presId="urn:microsoft.com/office/officeart/2005/8/layout/vList2"/>
    <dgm:cxn modelId="{0880015B-0E8F-466A-8D96-DE292546B678}" srcId="{E5818945-FCC5-487C-8566-78B07BBFD90F}" destId="{E1566A40-2B66-435A-AA7C-96AB0C850B7C}" srcOrd="2" destOrd="0" parTransId="{9EEA20F2-8441-4378-B644-B97CF69A650C}" sibTransId="{9849DD1A-8321-4939-9E40-BB8C2ADACDAA}"/>
    <dgm:cxn modelId="{194A385E-2A20-4DC0-A31A-5CFF04E86DEA}" type="presOf" srcId="{23F5AB4C-2C6C-4ED1-A32E-8B774FC3F689}" destId="{70F972C6-0477-4655-929A-FAE4F7B9CD45}" srcOrd="0" destOrd="0" presId="urn:microsoft.com/office/officeart/2005/8/layout/vList2"/>
    <dgm:cxn modelId="{8B61A847-1C5B-4D19-AA13-5F605EEE97CF}" srcId="{E5818945-FCC5-487C-8566-78B07BBFD90F}" destId="{63FEB8C4-86E8-4EC7-8EA9-034A4251DFBC}" srcOrd="6" destOrd="0" parTransId="{FC1FA721-BABD-4994-B6F0-A7AB6BB38FA7}" sibTransId="{E779AE6C-2D51-4737-81C3-DD82A6979794}"/>
    <dgm:cxn modelId="{1F30CC4D-8000-48D8-90F3-B4038D5AD164}" srcId="{E5818945-FCC5-487C-8566-78B07BBFD90F}" destId="{23F5AB4C-2C6C-4ED1-A32E-8B774FC3F689}" srcOrd="0" destOrd="0" parTransId="{1110972E-4975-4E6D-BB61-3AA7164276E6}" sibTransId="{95F16BC4-C5F8-466E-BFA2-AC8F35E8AD1C}"/>
    <dgm:cxn modelId="{946B9D6F-BE14-4A10-94B9-39820AED3456}" type="presOf" srcId="{63FEB8C4-86E8-4EC7-8EA9-034A4251DFBC}" destId="{35363E7C-57ED-4D6E-9B2B-BAE58DCC1675}" srcOrd="0" destOrd="0" presId="urn:microsoft.com/office/officeart/2005/8/layout/vList2"/>
    <dgm:cxn modelId="{6146658C-74A3-429F-8693-9489A981E245}" srcId="{E5818945-FCC5-487C-8566-78B07BBFD90F}" destId="{DA00A21E-5C81-499C-BAC0-B4D15B962040}" srcOrd="1" destOrd="0" parTransId="{2D7E8942-6ADA-4CDB-8D9B-9E17E557BE39}" sibTransId="{93B7733D-59C0-4952-8A8C-3A73C1D2B5A7}"/>
    <dgm:cxn modelId="{519A8591-EDF2-4690-BB66-7B2017E0D2E8}" type="presOf" srcId="{36EE99D1-4A9D-477B-9228-0EEC76C0FF61}" destId="{A7905794-3FCE-4057-8067-7CA35B85FE28}" srcOrd="0" destOrd="0" presId="urn:microsoft.com/office/officeart/2005/8/layout/vList2"/>
    <dgm:cxn modelId="{F9C91D98-8815-4553-8650-9782F8C49F11}" srcId="{E5818945-FCC5-487C-8566-78B07BBFD90F}" destId="{B74F8A89-A651-4D47-9727-51DDE333F319}" srcOrd="3" destOrd="0" parTransId="{5A65BF28-022B-45F9-A3C2-2FC675A8BBC6}" sibTransId="{36EBEAEF-3F32-46F9-B305-AB9CA1C630E1}"/>
    <dgm:cxn modelId="{693C5FA2-A00A-4A51-827B-87C383A752FB}" type="presOf" srcId="{B74F8A89-A651-4D47-9727-51DDE333F319}" destId="{19CAA7BC-DF2D-4FB5-B8B2-32BC121CAE23}" srcOrd="0" destOrd="0" presId="urn:microsoft.com/office/officeart/2005/8/layout/vList2"/>
    <dgm:cxn modelId="{9125DFAC-36B5-4E02-95A8-4B9DCB0399FB}" type="presOf" srcId="{DA00A21E-5C81-499C-BAC0-B4D15B962040}" destId="{80C4B9FD-4A9A-45C7-8E18-10FBBC2AC230}" srcOrd="0" destOrd="0" presId="urn:microsoft.com/office/officeart/2005/8/layout/vList2"/>
    <dgm:cxn modelId="{5CED04C0-5C82-48F6-A934-F00FB74B9818}" srcId="{E5818945-FCC5-487C-8566-78B07BBFD90F}" destId="{9BF9BC4F-93D3-4513-A4D2-4AAFA2388385}" srcOrd="5" destOrd="0" parTransId="{D43CCF18-4C76-4649-A3DC-D8E514C3C56A}" sibTransId="{7DF4215F-EA39-4E31-97E6-C13EBF7747F8}"/>
    <dgm:cxn modelId="{41766EFB-7503-43A3-8A38-C3BC75C4AA21}" type="presOf" srcId="{E5818945-FCC5-487C-8566-78B07BBFD90F}" destId="{FBCC9F10-DCCE-4683-ACF4-6953ACCE004E}" srcOrd="0" destOrd="0" presId="urn:microsoft.com/office/officeart/2005/8/layout/vList2"/>
    <dgm:cxn modelId="{F968E236-0129-4AA6-8918-101D954278E2}" type="presParOf" srcId="{FBCC9F10-DCCE-4683-ACF4-6953ACCE004E}" destId="{70F972C6-0477-4655-929A-FAE4F7B9CD45}" srcOrd="0" destOrd="0" presId="urn:microsoft.com/office/officeart/2005/8/layout/vList2"/>
    <dgm:cxn modelId="{4F551FAB-6773-411D-9053-82678722D068}" type="presParOf" srcId="{FBCC9F10-DCCE-4683-ACF4-6953ACCE004E}" destId="{17B1943F-91C6-44B9-B676-3D1A35A9DC07}" srcOrd="1" destOrd="0" presId="urn:microsoft.com/office/officeart/2005/8/layout/vList2"/>
    <dgm:cxn modelId="{D24A1770-DDC8-487C-8ED8-4915E8D493F9}" type="presParOf" srcId="{FBCC9F10-DCCE-4683-ACF4-6953ACCE004E}" destId="{80C4B9FD-4A9A-45C7-8E18-10FBBC2AC230}" srcOrd="2" destOrd="0" presId="urn:microsoft.com/office/officeart/2005/8/layout/vList2"/>
    <dgm:cxn modelId="{59B18689-7E2C-4E73-8779-1B5149A5C1D0}" type="presParOf" srcId="{FBCC9F10-DCCE-4683-ACF4-6953ACCE004E}" destId="{0A2327F4-54C3-459E-B1BF-19FD5E99F482}" srcOrd="3" destOrd="0" presId="urn:microsoft.com/office/officeart/2005/8/layout/vList2"/>
    <dgm:cxn modelId="{81F0EE66-4547-4489-907F-7474A94A5B39}" type="presParOf" srcId="{FBCC9F10-DCCE-4683-ACF4-6953ACCE004E}" destId="{C070A321-BC44-4D18-9F5F-A51C14C1471F}" srcOrd="4" destOrd="0" presId="urn:microsoft.com/office/officeart/2005/8/layout/vList2"/>
    <dgm:cxn modelId="{2991C4A8-EDE9-443D-9CE9-31471CC4FCD7}" type="presParOf" srcId="{FBCC9F10-DCCE-4683-ACF4-6953ACCE004E}" destId="{0D1FD6C9-B996-43EE-990A-E2C40CBFBD58}" srcOrd="5" destOrd="0" presId="urn:microsoft.com/office/officeart/2005/8/layout/vList2"/>
    <dgm:cxn modelId="{DCA5605F-8DB4-4733-906D-2910C1DF715E}" type="presParOf" srcId="{FBCC9F10-DCCE-4683-ACF4-6953ACCE004E}" destId="{19CAA7BC-DF2D-4FB5-B8B2-32BC121CAE23}" srcOrd="6" destOrd="0" presId="urn:microsoft.com/office/officeart/2005/8/layout/vList2"/>
    <dgm:cxn modelId="{746A448E-7081-463E-A190-839F4C9D50B4}" type="presParOf" srcId="{FBCC9F10-DCCE-4683-ACF4-6953ACCE004E}" destId="{A81C5BB7-E30F-4683-88EA-EA399C66DDEE}" srcOrd="7" destOrd="0" presId="urn:microsoft.com/office/officeart/2005/8/layout/vList2"/>
    <dgm:cxn modelId="{AC033D27-7DD7-4309-A6CA-BD2F6647FFFB}" type="presParOf" srcId="{FBCC9F10-DCCE-4683-ACF4-6953ACCE004E}" destId="{A7905794-3FCE-4057-8067-7CA35B85FE28}" srcOrd="8" destOrd="0" presId="urn:microsoft.com/office/officeart/2005/8/layout/vList2"/>
    <dgm:cxn modelId="{5C3F9019-1E76-4844-8769-0555F03726EE}" type="presParOf" srcId="{FBCC9F10-DCCE-4683-ACF4-6953ACCE004E}" destId="{0FF1BB6D-82AB-4585-8D18-F8AC5466EF5D}" srcOrd="9" destOrd="0" presId="urn:microsoft.com/office/officeart/2005/8/layout/vList2"/>
    <dgm:cxn modelId="{DDBED316-9642-46DC-916F-D83DBA918EFB}" type="presParOf" srcId="{FBCC9F10-DCCE-4683-ACF4-6953ACCE004E}" destId="{B59EC569-3255-49D1-8CF3-CBB8D3CFA00F}" srcOrd="10" destOrd="0" presId="urn:microsoft.com/office/officeart/2005/8/layout/vList2"/>
    <dgm:cxn modelId="{9AB47168-DC0B-4BDE-8FAE-DE477CB10FF1}" type="presParOf" srcId="{FBCC9F10-DCCE-4683-ACF4-6953ACCE004E}" destId="{57223A52-EFFB-4251-9074-2FAE3E8698A0}" srcOrd="11" destOrd="0" presId="urn:microsoft.com/office/officeart/2005/8/layout/vList2"/>
    <dgm:cxn modelId="{AB797FC2-9100-4687-917F-413D82D1A21C}" type="presParOf" srcId="{FBCC9F10-DCCE-4683-ACF4-6953ACCE004E}" destId="{35363E7C-57ED-4D6E-9B2B-BAE58DCC167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55AC79-4BF5-4300-A8CE-A6CE1873F14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12C2E1-7B2C-445F-B6BE-16DE04E4299E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Dataset from UCI Machine Learning Repository </a:t>
          </a:r>
          <a:endParaRPr lang="en-US"/>
        </a:p>
      </dgm:t>
    </dgm:pt>
    <dgm:pt modelId="{2E268FEB-8A3D-42A8-9ACD-68D8E2D7BB01}" type="parTrans" cxnId="{50D8C695-1A2C-4529-A9F8-9EE5A7DA6E47}">
      <dgm:prSet/>
      <dgm:spPr/>
      <dgm:t>
        <a:bodyPr/>
        <a:lstStyle/>
        <a:p>
          <a:endParaRPr lang="en-US"/>
        </a:p>
      </dgm:t>
    </dgm:pt>
    <dgm:pt modelId="{89CF04E4-CB01-4DEB-A03C-D9F8F939429F}" type="sibTrans" cxnId="{50D8C695-1A2C-4529-A9F8-9EE5A7DA6E47}">
      <dgm:prSet/>
      <dgm:spPr/>
      <dgm:t>
        <a:bodyPr/>
        <a:lstStyle/>
        <a:p>
          <a:endParaRPr lang="en-US"/>
        </a:p>
      </dgm:t>
    </dgm:pt>
    <dgm:pt modelId="{6DDFC83B-E145-4E8D-8754-8B762C838C69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Airfoils generate noise that can be loud and disturbing to the human ear</a:t>
          </a:r>
          <a:endParaRPr lang="en-US"/>
        </a:p>
      </dgm:t>
    </dgm:pt>
    <dgm:pt modelId="{D7DAD4D5-E535-415B-B2BB-5F2C76A5BAC0}" type="parTrans" cxnId="{BCB37F86-525E-45B9-84D7-FAF775C3C1EA}">
      <dgm:prSet/>
      <dgm:spPr/>
      <dgm:t>
        <a:bodyPr/>
        <a:lstStyle/>
        <a:p>
          <a:endParaRPr lang="en-US"/>
        </a:p>
      </dgm:t>
    </dgm:pt>
    <dgm:pt modelId="{323932F4-3025-49C3-80AF-D46F154E3CB8}" type="sibTrans" cxnId="{BCB37F86-525E-45B9-84D7-FAF775C3C1EA}">
      <dgm:prSet/>
      <dgm:spPr/>
      <dgm:t>
        <a:bodyPr/>
        <a:lstStyle/>
        <a:p>
          <a:endParaRPr lang="en-US"/>
        </a:p>
      </dgm:t>
    </dgm:pt>
    <dgm:pt modelId="{B6AA0869-9813-401B-BF14-A170B98747D9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Understand about these influencing factors through data exploration</a:t>
          </a:r>
          <a:endParaRPr lang="en-US"/>
        </a:p>
      </dgm:t>
    </dgm:pt>
    <dgm:pt modelId="{56A50ABF-5A8F-49AA-88D5-ABB9859B1821}" type="parTrans" cxnId="{BD70DBD2-8CC5-46C6-8669-16BD0AB5BA78}">
      <dgm:prSet/>
      <dgm:spPr/>
      <dgm:t>
        <a:bodyPr/>
        <a:lstStyle/>
        <a:p>
          <a:endParaRPr lang="en-US"/>
        </a:p>
      </dgm:t>
    </dgm:pt>
    <dgm:pt modelId="{BC6E5F10-FEF6-46A2-AADA-FC24984FB1C6}" type="sibTrans" cxnId="{BD70DBD2-8CC5-46C6-8669-16BD0AB5BA78}">
      <dgm:prSet/>
      <dgm:spPr/>
      <dgm:t>
        <a:bodyPr/>
        <a:lstStyle/>
        <a:p>
          <a:endParaRPr lang="en-US"/>
        </a:p>
      </dgm:t>
    </dgm:pt>
    <dgm:pt modelId="{EB836656-09B2-46E9-A250-28808B5DCA5F}">
      <dgm:prSet/>
      <dgm:spPr/>
      <dgm:t>
        <a:bodyPr/>
        <a:lstStyle/>
        <a:p>
          <a:pPr>
            <a:lnSpc>
              <a:spcPct val="100000"/>
            </a:lnSpc>
          </a:pPr>
          <a:r>
            <a:rPr lang="en-SG"/>
            <a:t>Perform machine learning models to predict sound level range</a:t>
          </a:r>
          <a:endParaRPr lang="en-US"/>
        </a:p>
      </dgm:t>
    </dgm:pt>
    <dgm:pt modelId="{A90874F2-DF46-4D68-9387-9325D80BA3B5}" type="parTrans" cxnId="{00988867-87DB-42F9-ABF9-253F15BBC3DA}">
      <dgm:prSet/>
      <dgm:spPr/>
      <dgm:t>
        <a:bodyPr/>
        <a:lstStyle/>
        <a:p>
          <a:endParaRPr lang="en-US"/>
        </a:p>
      </dgm:t>
    </dgm:pt>
    <dgm:pt modelId="{C656619C-4340-49E6-8BEF-8E564345497B}" type="sibTrans" cxnId="{00988867-87DB-42F9-ABF9-253F15BBC3DA}">
      <dgm:prSet/>
      <dgm:spPr/>
      <dgm:t>
        <a:bodyPr/>
        <a:lstStyle/>
        <a:p>
          <a:endParaRPr lang="en-US"/>
        </a:p>
      </dgm:t>
    </dgm:pt>
    <dgm:pt modelId="{723B12A1-D040-4364-BBD5-1EF3F5D8C96E}">
      <dgm:prSet/>
      <dgm:spPr/>
      <dgm:t>
        <a:bodyPr/>
        <a:lstStyle/>
        <a:p>
          <a:pPr>
            <a:lnSpc>
              <a:spcPct val="100000"/>
            </a:lnSpc>
          </a:pPr>
          <a:r>
            <a:rPr lang="en-SG" dirty="0"/>
            <a:t>Sound levels are converted into one of 3 possible classes : low, moderate, high</a:t>
          </a:r>
          <a:endParaRPr lang="en-US" dirty="0"/>
        </a:p>
      </dgm:t>
    </dgm:pt>
    <dgm:pt modelId="{963FE6E8-6556-4A2D-9420-38BEC9E565B5}" type="parTrans" cxnId="{39604E26-7FB0-4AD4-B7CD-EA496236FA1F}">
      <dgm:prSet/>
      <dgm:spPr/>
      <dgm:t>
        <a:bodyPr/>
        <a:lstStyle/>
        <a:p>
          <a:endParaRPr lang="en-US"/>
        </a:p>
      </dgm:t>
    </dgm:pt>
    <dgm:pt modelId="{78F3B2C1-580A-453F-AED0-86FA8931EB35}" type="sibTrans" cxnId="{39604E26-7FB0-4AD4-B7CD-EA496236FA1F}">
      <dgm:prSet/>
      <dgm:spPr/>
      <dgm:t>
        <a:bodyPr/>
        <a:lstStyle/>
        <a:p>
          <a:endParaRPr lang="en-US"/>
        </a:p>
      </dgm:t>
    </dgm:pt>
    <dgm:pt modelId="{7B3224A5-27B5-46B0-800F-3923074BB20A}" type="pres">
      <dgm:prSet presAssocID="{8455AC79-4BF5-4300-A8CE-A6CE1873F14C}" presName="root" presStyleCnt="0">
        <dgm:presLayoutVars>
          <dgm:dir/>
          <dgm:resizeHandles val="exact"/>
        </dgm:presLayoutVars>
      </dgm:prSet>
      <dgm:spPr/>
    </dgm:pt>
    <dgm:pt modelId="{BA6BF90B-1BA7-43AC-8E30-0F3732DB46A1}" type="pres">
      <dgm:prSet presAssocID="{2E12C2E1-7B2C-445F-B6BE-16DE04E4299E}" presName="compNode" presStyleCnt="0"/>
      <dgm:spPr/>
    </dgm:pt>
    <dgm:pt modelId="{31AEDB0F-FC88-4836-A862-49469A80DB5A}" type="pres">
      <dgm:prSet presAssocID="{2E12C2E1-7B2C-445F-B6BE-16DE04E4299E}" presName="bgRect" presStyleLbl="bgShp" presStyleIdx="0" presStyleCnt="5"/>
      <dgm:spPr/>
    </dgm:pt>
    <dgm:pt modelId="{5152D548-6785-40B5-BE65-1376B8F8D89A}" type="pres">
      <dgm:prSet presAssocID="{2E12C2E1-7B2C-445F-B6BE-16DE04E4299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B7B0983-2B5E-4755-A62F-BD27900314FB}" type="pres">
      <dgm:prSet presAssocID="{2E12C2E1-7B2C-445F-B6BE-16DE04E4299E}" presName="spaceRect" presStyleCnt="0"/>
      <dgm:spPr/>
    </dgm:pt>
    <dgm:pt modelId="{26D3E25D-0D8F-4B92-9150-8A9E376ADE43}" type="pres">
      <dgm:prSet presAssocID="{2E12C2E1-7B2C-445F-B6BE-16DE04E4299E}" presName="parTx" presStyleLbl="revTx" presStyleIdx="0" presStyleCnt="5">
        <dgm:presLayoutVars>
          <dgm:chMax val="0"/>
          <dgm:chPref val="0"/>
        </dgm:presLayoutVars>
      </dgm:prSet>
      <dgm:spPr/>
    </dgm:pt>
    <dgm:pt modelId="{3EFF1BE0-165C-409D-B2E1-F5A7C2670BA3}" type="pres">
      <dgm:prSet presAssocID="{89CF04E4-CB01-4DEB-A03C-D9F8F939429F}" presName="sibTrans" presStyleCnt="0"/>
      <dgm:spPr/>
    </dgm:pt>
    <dgm:pt modelId="{2FC9CE07-E5AC-4DC6-A391-A81E6A57F786}" type="pres">
      <dgm:prSet presAssocID="{6DDFC83B-E145-4E8D-8754-8B762C838C69}" presName="compNode" presStyleCnt="0"/>
      <dgm:spPr/>
    </dgm:pt>
    <dgm:pt modelId="{94DFC438-C1BD-45D5-BE7E-F657F0E8544E}" type="pres">
      <dgm:prSet presAssocID="{6DDFC83B-E145-4E8D-8754-8B762C838C69}" presName="bgRect" presStyleLbl="bgShp" presStyleIdx="1" presStyleCnt="5"/>
      <dgm:spPr/>
    </dgm:pt>
    <dgm:pt modelId="{26622973-FAEC-446C-A21A-BFCA064ABADD}" type="pres">
      <dgm:prSet presAssocID="{6DDFC83B-E145-4E8D-8754-8B762C838C6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arrow"/>
        </a:ext>
      </dgm:extLst>
    </dgm:pt>
    <dgm:pt modelId="{4A9744F1-37D1-4D60-8FD4-6D1AC8650770}" type="pres">
      <dgm:prSet presAssocID="{6DDFC83B-E145-4E8D-8754-8B762C838C69}" presName="spaceRect" presStyleCnt="0"/>
      <dgm:spPr/>
    </dgm:pt>
    <dgm:pt modelId="{45183348-D732-4FE6-8E5B-EE7083FAF361}" type="pres">
      <dgm:prSet presAssocID="{6DDFC83B-E145-4E8D-8754-8B762C838C69}" presName="parTx" presStyleLbl="revTx" presStyleIdx="1" presStyleCnt="5">
        <dgm:presLayoutVars>
          <dgm:chMax val="0"/>
          <dgm:chPref val="0"/>
        </dgm:presLayoutVars>
      </dgm:prSet>
      <dgm:spPr/>
    </dgm:pt>
    <dgm:pt modelId="{63AEBB7C-8618-4239-8CD7-25D8CE112DEF}" type="pres">
      <dgm:prSet presAssocID="{323932F4-3025-49C3-80AF-D46F154E3CB8}" presName="sibTrans" presStyleCnt="0"/>
      <dgm:spPr/>
    </dgm:pt>
    <dgm:pt modelId="{D5F300BD-A17C-47CA-982B-64018AF391BD}" type="pres">
      <dgm:prSet presAssocID="{B6AA0869-9813-401B-BF14-A170B98747D9}" presName="compNode" presStyleCnt="0"/>
      <dgm:spPr/>
    </dgm:pt>
    <dgm:pt modelId="{AC1AF5FD-972B-4045-9318-12D2A83A4DE1}" type="pres">
      <dgm:prSet presAssocID="{B6AA0869-9813-401B-BF14-A170B98747D9}" presName="bgRect" presStyleLbl="bgShp" presStyleIdx="2" presStyleCnt="5"/>
      <dgm:spPr/>
    </dgm:pt>
    <dgm:pt modelId="{77846AE1-C870-48DA-8438-4F46E030109F}" type="pres">
      <dgm:prSet presAssocID="{B6AA0869-9813-401B-BF14-A170B98747D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DA59EA4-5876-42D0-A5B2-BCB0110A0C79}" type="pres">
      <dgm:prSet presAssocID="{B6AA0869-9813-401B-BF14-A170B98747D9}" presName="spaceRect" presStyleCnt="0"/>
      <dgm:spPr/>
    </dgm:pt>
    <dgm:pt modelId="{9707A246-316B-4D50-B3F4-74FE8C5E0F33}" type="pres">
      <dgm:prSet presAssocID="{B6AA0869-9813-401B-BF14-A170B98747D9}" presName="parTx" presStyleLbl="revTx" presStyleIdx="2" presStyleCnt="5">
        <dgm:presLayoutVars>
          <dgm:chMax val="0"/>
          <dgm:chPref val="0"/>
        </dgm:presLayoutVars>
      </dgm:prSet>
      <dgm:spPr/>
    </dgm:pt>
    <dgm:pt modelId="{7B740CAF-A806-4C6A-8391-891D41D2ADD4}" type="pres">
      <dgm:prSet presAssocID="{BC6E5F10-FEF6-46A2-AADA-FC24984FB1C6}" presName="sibTrans" presStyleCnt="0"/>
      <dgm:spPr/>
    </dgm:pt>
    <dgm:pt modelId="{1F1E2BA2-79A7-4623-90E4-E815A3A54E56}" type="pres">
      <dgm:prSet presAssocID="{EB836656-09B2-46E9-A250-28808B5DCA5F}" presName="compNode" presStyleCnt="0"/>
      <dgm:spPr/>
    </dgm:pt>
    <dgm:pt modelId="{6953346D-D07E-4607-BE3F-EECBB0802F3D}" type="pres">
      <dgm:prSet presAssocID="{EB836656-09B2-46E9-A250-28808B5DCA5F}" presName="bgRect" presStyleLbl="bgShp" presStyleIdx="3" presStyleCnt="5"/>
      <dgm:spPr/>
    </dgm:pt>
    <dgm:pt modelId="{EFE968E6-F9AE-4DD0-90E1-718FED055BF9}" type="pres">
      <dgm:prSet presAssocID="{EB836656-09B2-46E9-A250-28808B5DCA5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4E1A3084-D220-4D02-AB68-FDD83512D65F}" type="pres">
      <dgm:prSet presAssocID="{EB836656-09B2-46E9-A250-28808B5DCA5F}" presName="spaceRect" presStyleCnt="0"/>
      <dgm:spPr/>
    </dgm:pt>
    <dgm:pt modelId="{5632F284-808A-4A42-B7C4-19E0237D9EA5}" type="pres">
      <dgm:prSet presAssocID="{EB836656-09B2-46E9-A250-28808B5DCA5F}" presName="parTx" presStyleLbl="revTx" presStyleIdx="3" presStyleCnt="5">
        <dgm:presLayoutVars>
          <dgm:chMax val="0"/>
          <dgm:chPref val="0"/>
        </dgm:presLayoutVars>
      </dgm:prSet>
      <dgm:spPr/>
    </dgm:pt>
    <dgm:pt modelId="{51F09958-F8CC-475A-911A-B2A478DB5583}" type="pres">
      <dgm:prSet presAssocID="{C656619C-4340-49E6-8BEF-8E564345497B}" presName="sibTrans" presStyleCnt="0"/>
      <dgm:spPr/>
    </dgm:pt>
    <dgm:pt modelId="{353288F5-3E90-44CF-883C-843925373829}" type="pres">
      <dgm:prSet presAssocID="{723B12A1-D040-4364-BBD5-1EF3F5D8C96E}" presName="compNode" presStyleCnt="0"/>
      <dgm:spPr/>
    </dgm:pt>
    <dgm:pt modelId="{D18EC37F-D7A6-49F8-8735-FAA69F60F2A4}" type="pres">
      <dgm:prSet presAssocID="{723B12A1-D040-4364-BBD5-1EF3F5D8C96E}" presName="bgRect" presStyleLbl="bgShp" presStyleIdx="4" presStyleCnt="5"/>
      <dgm:spPr/>
    </dgm:pt>
    <dgm:pt modelId="{449D5858-9CA2-49E6-B017-7FA9478E45F2}" type="pres">
      <dgm:prSet presAssocID="{723B12A1-D040-4364-BBD5-1EF3F5D8C9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DBF4CD67-14E3-4C21-BE89-C4E8D1961663}" type="pres">
      <dgm:prSet presAssocID="{723B12A1-D040-4364-BBD5-1EF3F5D8C96E}" presName="spaceRect" presStyleCnt="0"/>
      <dgm:spPr/>
    </dgm:pt>
    <dgm:pt modelId="{54CF3BFA-ED7F-44BD-8E48-7B892FD9B432}" type="pres">
      <dgm:prSet presAssocID="{723B12A1-D040-4364-BBD5-1EF3F5D8C96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E1C2F0C-EE6F-45CA-B53E-18BA595528F9}" type="presOf" srcId="{EB836656-09B2-46E9-A250-28808B5DCA5F}" destId="{5632F284-808A-4A42-B7C4-19E0237D9EA5}" srcOrd="0" destOrd="0" presId="urn:microsoft.com/office/officeart/2018/2/layout/IconVerticalSolidList"/>
    <dgm:cxn modelId="{39604E26-7FB0-4AD4-B7CD-EA496236FA1F}" srcId="{8455AC79-4BF5-4300-A8CE-A6CE1873F14C}" destId="{723B12A1-D040-4364-BBD5-1EF3F5D8C96E}" srcOrd="4" destOrd="0" parTransId="{963FE6E8-6556-4A2D-9420-38BEC9E565B5}" sibTransId="{78F3B2C1-580A-453F-AED0-86FA8931EB35}"/>
    <dgm:cxn modelId="{7CFDAA5B-15FD-4A1B-A7F7-B20761D76369}" type="presOf" srcId="{2E12C2E1-7B2C-445F-B6BE-16DE04E4299E}" destId="{26D3E25D-0D8F-4B92-9150-8A9E376ADE43}" srcOrd="0" destOrd="0" presId="urn:microsoft.com/office/officeart/2018/2/layout/IconVerticalSolidList"/>
    <dgm:cxn modelId="{00988867-87DB-42F9-ABF9-253F15BBC3DA}" srcId="{8455AC79-4BF5-4300-A8CE-A6CE1873F14C}" destId="{EB836656-09B2-46E9-A250-28808B5DCA5F}" srcOrd="3" destOrd="0" parTransId="{A90874F2-DF46-4D68-9387-9325D80BA3B5}" sibTransId="{C656619C-4340-49E6-8BEF-8E564345497B}"/>
    <dgm:cxn modelId="{B09F816A-15AC-4AF7-9808-CA3EA2B19D97}" type="presOf" srcId="{B6AA0869-9813-401B-BF14-A170B98747D9}" destId="{9707A246-316B-4D50-B3F4-74FE8C5E0F33}" srcOrd="0" destOrd="0" presId="urn:microsoft.com/office/officeart/2018/2/layout/IconVerticalSolidList"/>
    <dgm:cxn modelId="{BCB37F86-525E-45B9-84D7-FAF775C3C1EA}" srcId="{8455AC79-4BF5-4300-A8CE-A6CE1873F14C}" destId="{6DDFC83B-E145-4E8D-8754-8B762C838C69}" srcOrd="1" destOrd="0" parTransId="{D7DAD4D5-E535-415B-B2BB-5F2C76A5BAC0}" sibTransId="{323932F4-3025-49C3-80AF-D46F154E3CB8}"/>
    <dgm:cxn modelId="{D0FA1094-FA4A-43CE-91E9-E38AC271B0D2}" type="presOf" srcId="{723B12A1-D040-4364-BBD5-1EF3F5D8C96E}" destId="{54CF3BFA-ED7F-44BD-8E48-7B892FD9B432}" srcOrd="0" destOrd="0" presId="urn:microsoft.com/office/officeart/2018/2/layout/IconVerticalSolidList"/>
    <dgm:cxn modelId="{50D8C695-1A2C-4529-A9F8-9EE5A7DA6E47}" srcId="{8455AC79-4BF5-4300-A8CE-A6CE1873F14C}" destId="{2E12C2E1-7B2C-445F-B6BE-16DE04E4299E}" srcOrd="0" destOrd="0" parTransId="{2E268FEB-8A3D-42A8-9ACD-68D8E2D7BB01}" sibTransId="{89CF04E4-CB01-4DEB-A03C-D9F8F939429F}"/>
    <dgm:cxn modelId="{3E2095A5-59DD-487E-A520-2625ECF1F5E8}" type="presOf" srcId="{6DDFC83B-E145-4E8D-8754-8B762C838C69}" destId="{45183348-D732-4FE6-8E5B-EE7083FAF361}" srcOrd="0" destOrd="0" presId="urn:microsoft.com/office/officeart/2018/2/layout/IconVerticalSolidList"/>
    <dgm:cxn modelId="{7CE81FCB-06BD-4E59-9148-084FD29CB23E}" type="presOf" srcId="{8455AC79-4BF5-4300-A8CE-A6CE1873F14C}" destId="{7B3224A5-27B5-46B0-800F-3923074BB20A}" srcOrd="0" destOrd="0" presId="urn:microsoft.com/office/officeart/2018/2/layout/IconVerticalSolidList"/>
    <dgm:cxn modelId="{BD70DBD2-8CC5-46C6-8669-16BD0AB5BA78}" srcId="{8455AC79-4BF5-4300-A8CE-A6CE1873F14C}" destId="{B6AA0869-9813-401B-BF14-A170B98747D9}" srcOrd="2" destOrd="0" parTransId="{56A50ABF-5A8F-49AA-88D5-ABB9859B1821}" sibTransId="{BC6E5F10-FEF6-46A2-AADA-FC24984FB1C6}"/>
    <dgm:cxn modelId="{385C2282-682C-4BDF-A385-9B43E2428FE2}" type="presParOf" srcId="{7B3224A5-27B5-46B0-800F-3923074BB20A}" destId="{BA6BF90B-1BA7-43AC-8E30-0F3732DB46A1}" srcOrd="0" destOrd="0" presId="urn:microsoft.com/office/officeart/2018/2/layout/IconVerticalSolidList"/>
    <dgm:cxn modelId="{E2A9F676-E568-4680-A050-4DC597188F73}" type="presParOf" srcId="{BA6BF90B-1BA7-43AC-8E30-0F3732DB46A1}" destId="{31AEDB0F-FC88-4836-A862-49469A80DB5A}" srcOrd="0" destOrd="0" presId="urn:microsoft.com/office/officeart/2018/2/layout/IconVerticalSolidList"/>
    <dgm:cxn modelId="{4A73391A-9CE5-4F54-A144-42B822836396}" type="presParOf" srcId="{BA6BF90B-1BA7-43AC-8E30-0F3732DB46A1}" destId="{5152D548-6785-40B5-BE65-1376B8F8D89A}" srcOrd="1" destOrd="0" presId="urn:microsoft.com/office/officeart/2018/2/layout/IconVerticalSolidList"/>
    <dgm:cxn modelId="{2B4371E5-0C05-42A1-9935-083C0EA4A6C5}" type="presParOf" srcId="{BA6BF90B-1BA7-43AC-8E30-0F3732DB46A1}" destId="{1B7B0983-2B5E-4755-A62F-BD27900314FB}" srcOrd="2" destOrd="0" presId="urn:microsoft.com/office/officeart/2018/2/layout/IconVerticalSolidList"/>
    <dgm:cxn modelId="{EC8E1EF1-D9A2-45F9-AA8C-095595AF3F78}" type="presParOf" srcId="{BA6BF90B-1BA7-43AC-8E30-0F3732DB46A1}" destId="{26D3E25D-0D8F-4B92-9150-8A9E376ADE43}" srcOrd="3" destOrd="0" presId="urn:microsoft.com/office/officeart/2018/2/layout/IconVerticalSolidList"/>
    <dgm:cxn modelId="{316057CD-7EC3-4586-AF39-97B5028E3736}" type="presParOf" srcId="{7B3224A5-27B5-46B0-800F-3923074BB20A}" destId="{3EFF1BE0-165C-409D-B2E1-F5A7C2670BA3}" srcOrd="1" destOrd="0" presId="urn:microsoft.com/office/officeart/2018/2/layout/IconVerticalSolidList"/>
    <dgm:cxn modelId="{F46BFAD0-A87E-4509-8175-94B90F835A7C}" type="presParOf" srcId="{7B3224A5-27B5-46B0-800F-3923074BB20A}" destId="{2FC9CE07-E5AC-4DC6-A391-A81E6A57F786}" srcOrd="2" destOrd="0" presId="urn:microsoft.com/office/officeart/2018/2/layout/IconVerticalSolidList"/>
    <dgm:cxn modelId="{9DB593FB-CA7C-477B-A0E7-9014F1A56E81}" type="presParOf" srcId="{2FC9CE07-E5AC-4DC6-A391-A81E6A57F786}" destId="{94DFC438-C1BD-45D5-BE7E-F657F0E8544E}" srcOrd="0" destOrd="0" presId="urn:microsoft.com/office/officeart/2018/2/layout/IconVerticalSolidList"/>
    <dgm:cxn modelId="{727CCAC3-E5F9-422E-A056-3637B839BCB4}" type="presParOf" srcId="{2FC9CE07-E5AC-4DC6-A391-A81E6A57F786}" destId="{26622973-FAEC-446C-A21A-BFCA064ABADD}" srcOrd="1" destOrd="0" presId="urn:microsoft.com/office/officeart/2018/2/layout/IconVerticalSolidList"/>
    <dgm:cxn modelId="{881990FA-D6DF-4E40-9A0B-1CFA5E8C7654}" type="presParOf" srcId="{2FC9CE07-E5AC-4DC6-A391-A81E6A57F786}" destId="{4A9744F1-37D1-4D60-8FD4-6D1AC8650770}" srcOrd="2" destOrd="0" presId="urn:microsoft.com/office/officeart/2018/2/layout/IconVerticalSolidList"/>
    <dgm:cxn modelId="{A9127524-62B1-44E2-A5A8-F619F903875D}" type="presParOf" srcId="{2FC9CE07-E5AC-4DC6-A391-A81E6A57F786}" destId="{45183348-D732-4FE6-8E5B-EE7083FAF361}" srcOrd="3" destOrd="0" presId="urn:microsoft.com/office/officeart/2018/2/layout/IconVerticalSolidList"/>
    <dgm:cxn modelId="{79E5D06D-73F7-4398-9F1C-2AA1DDE6F44B}" type="presParOf" srcId="{7B3224A5-27B5-46B0-800F-3923074BB20A}" destId="{63AEBB7C-8618-4239-8CD7-25D8CE112DEF}" srcOrd="3" destOrd="0" presId="urn:microsoft.com/office/officeart/2018/2/layout/IconVerticalSolidList"/>
    <dgm:cxn modelId="{E07C10A0-4871-44F8-BAAC-2F07308D29D5}" type="presParOf" srcId="{7B3224A5-27B5-46B0-800F-3923074BB20A}" destId="{D5F300BD-A17C-47CA-982B-64018AF391BD}" srcOrd="4" destOrd="0" presId="urn:microsoft.com/office/officeart/2018/2/layout/IconVerticalSolidList"/>
    <dgm:cxn modelId="{B3CC0913-F8CD-42F2-A59B-073F734C07BE}" type="presParOf" srcId="{D5F300BD-A17C-47CA-982B-64018AF391BD}" destId="{AC1AF5FD-972B-4045-9318-12D2A83A4DE1}" srcOrd="0" destOrd="0" presId="urn:microsoft.com/office/officeart/2018/2/layout/IconVerticalSolidList"/>
    <dgm:cxn modelId="{E08F89A0-CBDE-401D-BBCD-CAAF26B3FFEE}" type="presParOf" srcId="{D5F300BD-A17C-47CA-982B-64018AF391BD}" destId="{77846AE1-C870-48DA-8438-4F46E030109F}" srcOrd="1" destOrd="0" presId="urn:microsoft.com/office/officeart/2018/2/layout/IconVerticalSolidList"/>
    <dgm:cxn modelId="{9C58FD8B-4CB8-4579-BA79-DDE9AB537D49}" type="presParOf" srcId="{D5F300BD-A17C-47CA-982B-64018AF391BD}" destId="{0DA59EA4-5876-42D0-A5B2-BCB0110A0C79}" srcOrd="2" destOrd="0" presId="urn:microsoft.com/office/officeart/2018/2/layout/IconVerticalSolidList"/>
    <dgm:cxn modelId="{D6A4A824-4241-4826-BB9D-581559C29953}" type="presParOf" srcId="{D5F300BD-A17C-47CA-982B-64018AF391BD}" destId="{9707A246-316B-4D50-B3F4-74FE8C5E0F33}" srcOrd="3" destOrd="0" presId="urn:microsoft.com/office/officeart/2018/2/layout/IconVerticalSolidList"/>
    <dgm:cxn modelId="{17617C40-56EC-48AD-BED5-E994542386C0}" type="presParOf" srcId="{7B3224A5-27B5-46B0-800F-3923074BB20A}" destId="{7B740CAF-A806-4C6A-8391-891D41D2ADD4}" srcOrd="5" destOrd="0" presId="urn:microsoft.com/office/officeart/2018/2/layout/IconVerticalSolidList"/>
    <dgm:cxn modelId="{70130461-C9B9-4C30-85E5-2422F5C72C11}" type="presParOf" srcId="{7B3224A5-27B5-46B0-800F-3923074BB20A}" destId="{1F1E2BA2-79A7-4623-90E4-E815A3A54E56}" srcOrd="6" destOrd="0" presId="urn:microsoft.com/office/officeart/2018/2/layout/IconVerticalSolidList"/>
    <dgm:cxn modelId="{E552311C-06B1-4A04-B8DF-BEC750DF9B01}" type="presParOf" srcId="{1F1E2BA2-79A7-4623-90E4-E815A3A54E56}" destId="{6953346D-D07E-4607-BE3F-EECBB0802F3D}" srcOrd="0" destOrd="0" presId="urn:microsoft.com/office/officeart/2018/2/layout/IconVerticalSolidList"/>
    <dgm:cxn modelId="{84C3C7FA-90F5-42C9-8A3C-DB641A92A3F0}" type="presParOf" srcId="{1F1E2BA2-79A7-4623-90E4-E815A3A54E56}" destId="{EFE968E6-F9AE-4DD0-90E1-718FED055BF9}" srcOrd="1" destOrd="0" presId="urn:microsoft.com/office/officeart/2018/2/layout/IconVerticalSolidList"/>
    <dgm:cxn modelId="{8C7C883B-8540-4F67-8F38-40026957D6BF}" type="presParOf" srcId="{1F1E2BA2-79A7-4623-90E4-E815A3A54E56}" destId="{4E1A3084-D220-4D02-AB68-FDD83512D65F}" srcOrd="2" destOrd="0" presId="urn:microsoft.com/office/officeart/2018/2/layout/IconVerticalSolidList"/>
    <dgm:cxn modelId="{E7834246-10BD-49DE-B4C4-9E84B4403ABD}" type="presParOf" srcId="{1F1E2BA2-79A7-4623-90E4-E815A3A54E56}" destId="{5632F284-808A-4A42-B7C4-19E0237D9EA5}" srcOrd="3" destOrd="0" presId="urn:microsoft.com/office/officeart/2018/2/layout/IconVerticalSolidList"/>
    <dgm:cxn modelId="{95CBBF4E-E5C3-410B-9EAA-947259C2640E}" type="presParOf" srcId="{7B3224A5-27B5-46B0-800F-3923074BB20A}" destId="{51F09958-F8CC-475A-911A-B2A478DB5583}" srcOrd="7" destOrd="0" presId="urn:microsoft.com/office/officeart/2018/2/layout/IconVerticalSolidList"/>
    <dgm:cxn modelId="{164073CC-CCF4-4D57-89B0-B06D87E521A0}" type="presParOf" srcId="{7B3224A5-27B5-46B0-800F-3923074BB20A}" destId="{353288F5-3E90-44CF-883C-843925373829}" srcOrd="8" destOrd="0" presId="urn:microsoft.com/office/officeart/2018/2/layout/IconVerticalSolidList"/>
    <dgm:cxn modelId="{A3DA78EE-519D-407F-80D8-435429D80D08}" type="presParOf" srcId="{353288F5-3E90-44CF-883C-843925373829}" destId="{D18EC37F-D7A6-49F8-8735-FAA69F60F2A4}" srcOrd="0" destOrd="0" presId="urn:microsoft.com/office/officeart/2018/2/layout/IconVerticalSolidList"/>
    <dgm:cxn modelId="{B943BBA0-5035-475C-A403-1092EAA9099F}" type="presParOf" srcId="{353288F5-3E90-44CF-883C-843925373829}" destId="{449D5858-9CA2-49E6-B017-7FA9478E45F2}" srcOrd="1" destOrd="0" presId="urn:microsoft.com/office/officeart/2018/2/layout/IconVerticalSolidList"/>
    <dgm:cxn modelId="{92102403-5041-46F8-AB23-DF89FB48EC37}" type="presParOf" srcId="{353288F5-3E90-44CF-883C-843925373829}" destId="{DBF4CD67-14E3-4C21-BE89-C4E8D1961663}" srcOrd="2" destOrd="0" presId="urn:microsoft.com/office/officeart/2018/2/layout/IconVerticalSolidList"/>
    <dgm:cxn modelId="{EFA0D4C6-4E10-44C8-86A8-9A5ECAAA697F}" type="presParOf" srcId="{353288F5-3E90-44CF-883C-843925373829}" destId="{54CF3BFA-ED7F-44BD-8E48-7B892FD9B43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A0E781-04DA-4646-95C7-12A24F4AA52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A61E63-4C8E-4214-9C42-0EBD88D1B98F}">
      <dgm:prSet custT="1"/>
      <dgm:spPr/>
      <dgm:t>
        <a:bodyPr/>
        <a:lstStyle/>
        <a:p>
          <a:r>
            <a:rPr lang="en-SG" sz="2400" dirty="0"/>
            <a:t>Logistic Regression </a:t>
          </a:r>
          <a:endParaRPr lang="en-US" sz="2400" dirty="0"/>
        </a:p>
      </dgm:t>
    </dgm:pt>
    <dgm:pt modelId="{824A5693-0B32-4779-8B09-0D3F27E82796}" type="parTrans" cxnId="{05B5C43C-D20D-4DED-999C-EBD7823F14C6}">
      <dgm:prSet/>
      <dgm:spPr/>
      <dgm:t>
        <a:bodyPr/>
        <a:lstStyle/>
        <a:p>
          <a:endParaRPr lang="en-US"/>
        </a:p>
      </dgm:t>
    </dgm:pt>
    <dgm:pt modelId="{F174F0C3-6B45-4BD2-B354-F98C6D4BB512}" type="sibTrans" cxnId="{05B5C43C-D20D-4DED-999C-EBD7823F14C6}">
      <dgm:prSet/>
      <dgm:spPr/>
      <dgm:t>
        <a:bodyPr/>
        <a:lstStyle/>
        <a:p>
          <a:endParaRPr lang="en-US"/>
        </a:p>
      </dgm:t>
    </dgm:pt>
    <dgm:pt modelId="{7E49B305-150E-45E1-97FE-20FBAA2F18E3}">
      <dgm:prSet custT="1"/>
      <dgm:spPr/>
      <dgm:t>
        <a:bodyPr/>
        <a:lstStyle/>
        <a:p>
          <a:r>
            <a:rPr lang="en-SG" sz="2400" dirty="0"/>
            <a:t>Decision Tree</a:t>
          </a:r>
          <a:endParaRPr lang="en-US" sz="2400" dirty="0"/>
        </a:p>
      </dgm:t>
    </dgm:pt>
    <dgm:pt modelId="{A6313F43-BF18-458F-9521-C0172A2752CC}" type="parTrans" cxnId="{6F338A69-615F-44BA-895E-41E4D71FB2F4}">
      <dgm:prSet/>
      <dgm:spPr/>
      <dgm:t>
        <a:bodyPr/>
        <a:lstStyle/>
        <a:p>
          <a:endParaRPr lang="en-US"/>
        </a:p>
      </dgm:t>
    </dgm:pt>
    <dgm:pt modelId="{ACE0DECF-CACA-4A1B-9B73-2A78EBD96CDF}" type="sibTrans" cxnId="{6F338A69-615F-44BA-895E-41E4D71FB2F4}">
      <dgm:prSet/>
      <dgm:spPr/>
      <dgm:t>
        <a:bodyPr/>
        <a:lstStyle/>
        <a:p>
          <a:endParaRPr lang="en-US"/>
        </a:p>
      </dgm:t>
    </dgm:pt>
    <dgm:pt modelId="{4EB04B27-F3EE-488A-8564-B9C578B4BA3D}">
      <dgm:prSet custT="1"/>
      <dgm:spPr/>
      <dgm:t>
        <a:bodyPr/>
        <a:lstStyle/>
        <a:p>
          <a:r>
            <a:rPr lang="en-SG" sz="2400" dirty="0"/>
            <a:t>K-Nearest Neighbours</a:t>
          </a:r>
          <a:endParaRPr lang="en-US" sz="2400" dirty="0"/>
        </a:p>
      </dgm:t>
    </dgm:pt>
    <dgm:pt modelId="{F2E0F9BD-B74A-4886-A20F-88AA5F386653}" type="parTrans" cxnId="{9BF4A168-FC36-44D5-A3D4-1E352A362086}">
      <dgm:prSet/>
      <dgm:spPr/>
      <dgm:t>
        <a:bodyPr/>
        <a:lstStyle/>
        <a:p>
          <a:endParaRPr lang="en-US"/>
        </a:p>
      </dgm:t>
    </dgm:pt>
    <dgm:pt modelId="{BD5E67DF-98E4-4AFF-9597-191DE6A3BD4C}" type="sibTrans" cxnId="{9BF4A168-FC36-44D5-A3D4-1E352A362086}">
      <dgm:prSet/>
      <dgm:spPr/>
      <dgm:t>
        <a:bodyPr/>
        <a:lstStyle/>
        <a:p>
          <a:endParaRPr lang="en-US"/>
        </a:p>
      </dgm:t>
    </dgm:pt>
    <dgm:pt modelId="{F6E29AFF-253E-49C9-8656-A47614E48534}" type="pres">
      <dgm:prSet presAssocID="{37A0E781-04DA-4646-95C7-12A24F4AA5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453E9E0-90E5-4C99-8FDE-E590E2F5BE8B}" type="pres">
      <dgm:prSet presAssocID="{CDA61E63-4C8E-4214-9C42-0EBD88D1B98F}" presName="hierRoot1" presStyleCnt="0"/>
      <dgm:spPr/>
    </dgm:pt>
    <dgm:pt modelId="{AE2E81AB-9968-421D-B0D9-6FD017C416A7}" type="pres">
      <dgm:prSet presAssocID="{CDA61E63-4C8E-4214-9C42-0EBD88D1B98F}" presName="composite" presStyleCnt="0"/>
      <dgm:spPr/>
    </dgm:pt>
    <dgm:pt modelId="{7BA1D9DA-57E7-4530-AC10-E001D9B7422A}" type="pres">
      <dgm:prSet presAssocID="{CDA61E63-4C8E-4214-9C42-0EBD88D1B98F}" presName="background" presStyleLbl="node0" presStyleIdx="0" presStyleCnt="3"/>
      <dgm:spPr/>
    </dgm:pt>
    <dgm:pt modelId="{0070AE1A-D7A8-4B54-85AE-CE095EEFFCD5}" type="pres">
      <dgm:prSet presAssocID="{CDA61E63-4C8E-4214-9C42-0EBD88D1B98F}" presName="text" presStyleLbl="fgAcc0" presStyleIdx="0" presStyleCnt="3">
        <dgm:presLayoutVars>
          <dgm:chPref val="3"/>
        </dgm:presLayoutVars>
      </dgm:prSet>
      <dgm:spPr/>
    </dgm:pt>
    <dgm:pt modelId="{D850A2D5-5F8B-405B-9EAC-7AADE8B58A47}" type="pres">
      <dgm:prSet presAssocID="{CDA61E63-4C8E-4214-9C42-0EBD88D1B98F}" presName="hierChild2" presStyleCnt="0"/>
      <dgm:spPr/>
    </dgm:pt>
    <dgm:pt modelId="{88224E5B-0D47-4A9B-9D5C-3EC2BBFD8BAC}" type="pres">
      <dgm:prSet presAssocID="{7E49B305-150E-45E1-97FE-20FBAA2F18E3}" presName="hierRoot1" presStyleCnt="0"/>
      <dgm:spPr/>
    </dgm:pt>
    <dgm:pt modelId="{69FB41BF-42CD-4AD1-873C-D0B4AF964292}" type="pres">
      <dgm:prSet presAssocID="{7E49B305-150E-45E1-97FE-20FBAA2F18E3}" presName="composite" presStyleCnt="0"/>
      <dgm:spPr/>
    </dgm:pt>
    <dgm:pt modelId="{95E0B17F-D494-42B7-A720-D02CBF06202D}" type="pres">
      <dgm:prSet presAssocID="{7E49B305-150E-45E1-97FE-20FBAA2F18E3}" presName="background" presStyleLbl="node0" presStyleIdx="1" presStyleCnt="3"/>
      <dgm:spPr/>
    </dgm:pt>
    <dgm:pt modelId="{17487D1C-CA67-4994-9FF3-0B80984C0789}" type="pres">
      <dgm:prSet presAssocID="{7E49B305-150E-45E1-97FE-20FBAA2F18E3}" presName="text" presStyleLbl="fgAcc0" presStyleIdx="1" presStyleCnt="3">
        <dgm:presLayoutVars>
          <dgm:chPref val="3"/>
        </dgm:presLayoutVars>
      </dgm:prSet>
      <dgm:spPr/>
    </dgm:pt>
    <dgm:pt modelId="{343D8C91-29E9-4D0C-B135-074EE5EBDE7B}" type="pres">
      <dgm:prSet presAssocID="{7E49B305-150E-45E1-97FE-20FBAA2F18E3}" presName="hierChild2" presStyleCnt="0"/>
      <dgm:spPr/>
    </dgm:pt>
    <dgm:pt modelId="{97F7590E-8A75-443D-A67F-13A491CD5EB3}" type="pres">
      <dgm:prSet presAssocID="{4EB04B27-F3EE-488A-8564-B9C578B4BA3D}" presName="hierRoot1" presStyleCnt="0"/>
      <dgm:spPr/>
    </dgm:pt>
    <dgm:pt modelId="{6A478CA4-E895-4A7B-B8DA-6797709EDFEA}" type="pres">
      <dgm:prSet presAssocID="{4EB04B27-F3EE-488A-8564-B9C578B4BA3D}" presName="composite" presStyleCnt="0"/>
      <dgm:spPr/>
    </dgm:pt>
    <dgm:pt modelId="{DEFD6F23-BBEC-47B4-97D7-E2884121AF2C}" type="pres">
      <dgm:prSet presAssocID="{4EB04B27-F3EE-488A-8564-B9C578B4BA3D}" presName="background" presStyleLbl="node0" presStyleIdx="2" presStyleCnt="3"/>
      <dgm:spPr/>
    </dgm:pt>
    <dgm:pt modelId="{651ACF30-207E-491C-BA4A-DCE9AF05C984}" type="pres">
      <dgm:prSet presAssocID="{4EB04B27-F3EE-488A-8564-B9C578B4BA3D}" presName="text" presStyleLbl="fgAcc0" presStyleIdx="2" presStyleCnt="3">
        <dgm:presLayoutVars>
          <dgm:chPref val="3"/>
        </dgm:presLayoutVars>
      </dgm:prSet>
      <dgm:spPr/>
    </dgm:pt>
    <dgm:pt modelId="{AD0D943C-7FE1-42F0-B072-3D6ACB6441DD}" type="pres">
      <dgm:prSet presAssocID="{4EB04B27-F3EE-488A-8564-B9C578B4BA3D}" presName="hierChild2" presStyleCnt="0"/>
      <dgm:spPr/>
    </dgm:pt>
  </dgm:ptLst>
  <dgm:cxnLst>
    <dgm:cxn modelId="{73A8FB38-49DC-4A2A-9DE4-D9D3DA0FCE36}" type="presOf" srcId="{CDA61E63-4C8E-4214-9C42-0EBD88D1B98F}" destId="{0070AE1A-D7A8-4B54-85AE-CE095EEFFCD5}" srcOrd="0" destOrd="0" presId="urn:microsoft.com/office/officeart/2005/8/layout/hierarchy1"/>
    <dgm:cxn modelId="{05B5C43C-D20D-4DED-999C-EBD7823F14C6}" srcId="{37A0E781-04DA-4646-95C7-12A24F4AA528}" destId="{CDA61E63-4C8E-4214-9C42-0EBD88D1B98F}" srcOrd="0" destOrd="0" parTransId="{824A5693-0B32-4779-8B09-0D3F27E82796}" sibTransId="{F174F0C3-6B45-4BD2-B354-F98C6D4BB512}"/>
    <dgm:cxn modelId="{84AF465D-AB3D-4A2D-BA4C-444A5DEEE24F}" type="presOf" srcId="{4EB04B27-F3EE-488A-8564-B9C578B4BA3D}" destId="{651ACF30-207E-491C-BA4A-DCE9AF05C984}" srcOrd="0" destOrd="0" presId="urn:microsoft.com/office/officeart/2005/8/layout/hierarchy1"/>
    <dgm:cxn modelId="{9BF4A168-FC36-44D5-A3D4-1E352A362086}" srcId="{37A0E781-04DA-4646-95C7-12A24F4AA528}" destId="{4EB04B27-F3EE-488A-8564-B9C578B4BA3D}" srcOrd="2" destOrd="0" parTransId="{F2E0F9BD-B74A-4886-A20F-88AA5F386653}" sibTransId="{BD5E67DF-98E4-4AFF-9597-191DE6A3BD4C}"/>
    <dgm:cxn modelId="{6F338A69-615F-44BA-895E-41E4D71FB2F4}" srcId="{37A0E781-04DA-4646-95C7-12A24F4AA528}" destId="{7E49B305-150E-45E1-97FE-20FBAA2F18E3}" srcOrd="1" destOrd="0" parTransId="{A6313F43-BF18-458F-9521-C0172A2752CC}" sibTransId="{ACE0DECF-CACA-4A1B-9B73-2A78EBD96CDF}"/>
    <dgm:cxn modelId="{535A21C0-0658-4CF7-A293-85B68DDE684D}" type="presOf" srcId="{7E49B305-150E-45E1-97FE-20FBAA2F18E3}" destId="{17487D1C-CA67-4994-9FF3-0B80984C0789}" srcOrd="0" destOrd="0" presId="urn:microsoft.com/office/officeart/2005/8/layout/hierarchy1"/>
    <dgm:cxn modelId="{05CE02FC-8EA5-4678-84B3-F56762CCC3FF}" type="presOf" srcId="{37A0E781-04DA-4646-95C7-12A24F4AA528}" destId="{F6E29AFF-253E-49C9-8656-A47614E48534}" srcOrd="0" destOrd="0" presId="urn:microsoft.com/office/officeart/2005/8/layout/hierarchy1"/>
    <dgm:cxn modelId="{54DBF641-24E4-4DAD-8892-8A5F15770127}" type="presParOf" srcId="{F6E29AFF-253E-49C9-8656-A47614E48534}" destId="{A453E9E0-90E5-4C99-8FDE-E590E2F5BE8B}" srcOrd="0" destOrd="0" presId="urn:microsoft.com/office/officeart/2005/8/layout/hierarchy1"/>
    <dgm:cxn modelId="{71DDB460-6217-428A-894E-3DC841067D25}" type="presParOf" srcId="{A453E9E0-90E5-4C99-8FDE-E590E2F5BE8B}" destId="{AE2E81AB-9968-421D-B0D9-6FD017C416A7}" srcOrd="0" destOrd="0" presId="urn:microsoft.com/office/officeart/2005/8/layout/hierarchy1"/>
    <dgm:cxn modelId="{3B5B66F0-2B6D-4F0F-81B1-01B7940C6EFA}" type="presParOf" srcId="{AE2E81AB-9968-421D-B0D9-6FD017C416A7}" destId="{7BA1D9DA-57E7-4530-AC10-E001D9B7422A}" srcOrd="0" destOrd="0" presId="urn:microsoft.com/office/officeart/2005/8/layout/hierarchy1"/>
    <dgm:cxn modelId="{DDE11E26-A6DF-42B5-8979-414997D051F8}" type="presParOf" srcId="{AE2E81AB-9968-421D-B0D9-6FD017C416A7}" destId="{0070AE1A-D7A8-4B54-85AE-CE095EEFFCD5}" srcOrd="1" destOrd="0" presId="urn:microsoft.com/office/officeart/2005/8/layout/hierarchy1"/>
    <dgm:cxn modelId="{F76EEB79-D8B3-4489-A187-96E61CA66066}" type="presParOf" srcId="{A453E9E0-90E5-4C99-8FDE-E590E2F5BE8B}" destId="{D850A2D5-5F8B-405B-9EAC-7AADE8B58A47}" srcOrd="1" destOrd="0" presId="urn:microsoft.com/office/officeart/2005/8/layout/hierarchy1"/>
    <dgm:cxn modelId="{0FF28B15-48B9-484E-956F-F46883D1C292}" type="presParOf" srcId="{F6E29AFF-253E-49C9-8656-A47614E48534}" destId="{88224E5B-0D47-4A9B-9D5C-3EC2BBFD8BAC}" srcOrd="1" destOrd="0" presId="urn:microsoft.com/office/officeart/2005/8/layout/hierarchy1"/>
    <dgm:cxn modelId="{D4E2778B-F1B4-4623-84DE-E20FB48338FC}" type="presParOf" srcId="{88224E5B-0D47-4A9B-9D5C-3EC2BBFD8BAC}" destId="{69FB41BF-42CD-4AD1-873C-D0B4AF964292}" srcOrd="0" destOrd="0" presId="urn:microsoft.com/office/officeart/2005/8/layout/hierarchy1"/>
    <dgm:cxn modelId="{5A77BE87-C7C7-407E-92EA-825D4E3DD56F}" type="presParOf" srcId="{69FB41BF-42CD-4AD1-873C-D0B4AF964292}" destId="{95E0B17F-D494-42B7-A720-D02CBF06202D}" srcOrd="0" destOrd="0" presId="urn:microsoft.com/office/officeart/2005/8/layout/hierarchy1"/>
    <dgm:cxn modelId="{374C84B3-9BE3-4B38-8921-808EFB8C1428}" type="presParOf" srcId="{69FB41BF-42CD-4AD1-873C-D0B4AF964292}" destId="{17487D1C-CA67-4994-9FF3-0B80984C0789}" srcOrd="1" destOrd="0" presId="urn:microsoft.com/office/officeart/2005/8/layout/hierarchy1"/>
    <dgm:cxn modelId="{89032007-DAC4-4F0D-920A-028B0DBE9FD5}" type="presParOf" srcId="{88224E5B-0D47-4A9B-9D5C-3EC2BBFD8BAC}" destId="{343D8C91-29E9-4D0C-B135-074EE5EBDE7B}" srcOrd="1" destOrd="0" presId="urn:microsoft.com/office/officeart/2005/8/layout/hierarchy1"/>
    <dgm:cxn modelId="{BE1196BC-7A38-4EBE-915D-F939709C807D}" type="presParOf" srcId="{F6E29AFF-253E-49C9-8656-A47614E48534}" destId="{97F7590E-8A75-443D-A67F-13A491CD5EB3}" srcOrd="2" destOrd="0" presId="urn:microsoft.com/office/officeart/2005/8/layout/hierarchy1"/>
    <dgm:cxn modelId="{CE54E7E1-785D-4AA7-906D-268B645785FD}" type="presParOf" srcId="{97F7590E-8A75-443D-A67F-13A491CD5EB3}" destId="{6A478CA4-E895-4A7B-B8DA-6797709EDFEA}" srcOrd="0" destOrd="0" presId="urn:microsoft.com/office/officeart/2005/8/layout/hierarchy1"/>
    <dgm:cxn modelId="{8BB85C03-A655-461D-9AB9-0B6F98BBCD25}" type="presParOf" srcId="{6A478CA4-E895-4A7B-B8DA-6797709EDFEA}" destId="{DEFD6F23-BBEC-47B4-97D7-E2884121AF2C}" srcOrd="0" destOrd="0" presId="urn:microsoft.com/office/officeart/2005/8/layout/hierarchy1"/>
    <dgm:cxn modelId="{1DA1C81A-C77C-43C1-8213-EA949DB54156}" type="presParOf" srcId="{6A478CA4-E895-4A7B-B8DA-6797709EDFEA}" destId="{651ACF30-207E-491C-BA4A-DCE9AF05C984}" srcOrd="1" destOrd="0" presId="urn:microsoft.com/office/officeart/2005/8/layout/hierarchy1"/>
    <dgm:cxn modelId="{19131CCB-25B0-4EB3-8C3A-4D9DAAB05239}" type="presParOf" srcId="{97F7590E-8A75-443D-A67F-13A491CD5EB3}" destId="{AD0D943C-7FE1-42F0-B072-3D6ACB6441D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972C6-0477-4655-929A-FAE4F7B9CD45}">
      <dsp:nvSpPr>
        <dsp:cNvPr id="0" name=""/>
        <dsp:cNvSpPr/>
      </dsp:nvSpPr>
      <dsp:spPr>
        <a:xfrm>
          <a:off x="0" y="85594"/>
          <a:ext cx="6812280" cy="695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/>
            <a:t>Introduction to Problem Statement</a:t>
          </a:r>
          <a:endParaRPr lang="en-US" sz="2900" kern="1200"/>
        </a:p>
      </dsp:txBody>
      <dsp:txXfrm>
        <a:off x="33955" y="119549"/>
        <a:ext cx="6744370" cy="627655"/>
      </dsp:txXfrm>
    </dsp:sp>
    <dsp:sp modelId="{80C4B9FD-4A9A-45C7-8E18-10FBBC2AC230}">
      <dsp:nvSpPr>
        <dsp:cNvPr id="0" name=""/>
        <dsp:cNvSpPr/>
      </dsp:nvSpPr>
      <dsp:spPr>
        <a:xfrm>
          <a:off x="0" y="864679"/>
          <a:ext cx="6812280" cy="695565"/>
        </a:xfrm>
        <a:prstGeom prst="roundRect">
          <a:avLst/>
        </a:prstGeom>
        <a:solidFill>
          <a:schemeClr val="accent2">
            <a:hueOff val="499750"/>
            <a:satOff val="613"/>
            <a:lumOff val="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/>
            <a:t>About the data</a:t>
          </a:r>
          <a:endParaRPr lang="en-US" sz="2900" kern="1200"/>
        </a:p>
      </dsp:txBody>
      <dsp:txXfrm>
        <a:off x="33955" y="898634"/>
        <a:ext cx="6744370" cy="627655"/>
      </dsp:txXfrm>
    </dsp:sp>
    <dsp:sp modelId="{C070A321-BC44-4D18-9F5F-A51C14C1471F}">
      <dsp:nvSpPr>
        <dsp:cNvPr id="0" name=""/>
        <dsp:cNvSpPr/>
      </dsp:nvSpPr>
      <dsp:spPr>
        <a:xfrm>
          <a:off x="0" y="1643764"/>
          <a:ext cx="6812280" cy="695565"/>
        </a:xfrm>
        <a:prstGeom prst="roundRect">
          <a:avLst/>
        </a:prstGeom>
        <a:solidFill>
          <a:schemeClr val="accent2">
            <a:hueOff val="999500"/>
            <a:satOff val="1226"/>
            <a:lumOff val="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 dirty="0"/>
            <a:t>Machine learning models applied</a:t>
          </a:r>
          <a:endParaRPr lang="en-US" sz="2900" kern="1200" dirty="0"/>
        </a:p>
      </dsp:txBody>
      <dsp:txXfrm>
        <a:off x="33955" y="1677719"/>
        <a:ext cx="6744370" cy="627655"/>
      </dsp:txXfrm>
    </dsp:sp>
    <dsp:sp modelId="{19CAA7BC-DF2D-4FB5-B8B2-32BC121CAE23}">
      <dsp:nvSpPr>
        <dsp:cNvPr id="0" name=""/>
        <dsp:cNvSpPr/>
      </dsp:nvSpPr>
      <dsp:spPr>
        <a:xfrm>
          <a:off x="0" y="2422849"/>
          <a:ext cx="6812280" cy="695565"/>
        </a:xfrm>
        <a:prstGeom prst="roundRect">
          <a:avLst/>
        </a:prstGeom>
        <a:solidFill>
          <a:schemeClr val="accent2">
            <a:hueOff val="1499249"/>
            <a:satOff val="1839"/>
            <a:lumOff val="1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 dirty="0"/>
            <a:t>Evaluation of results</a:t>
          </a:r>
          <a:endParaRPr lang="en-US" sz="2900" kern="1200" dirty="0"/>
        </a:p>
      </dsp:txBody>
      <dsp:txXfrm>
        <a:off x="33955" y="2456804"/>
        <a:ext cx="6744370" cy="627655"/>
      </dsp:txXfrm>
    </dsp:sp>
    <dsp:sp modelId="{A7905794-3FCE-4057-8067-7CA35B85FE28}">
      <dsp:nvSpPr>
        <dsp:cNvPr id="0" name=""/>
        <dsp:cNvSpPr/>
      </dsp:nvSpPr>
      <dsp:spPr>
        <a:xfrm>
          <a:off x="0" y="3188286"/>
          <a:ext cx="6812280" cy="695565"/>
        </a:xfrm>
        <a:prstGeom prst="roundRect">
          <a:avLst/>
        </a:prstGeom>
        <a:solidFill>
          <a:schemeClr val="accent2">
            <a:hueOff val="1998999"/>
            <a:satOff val="2453"/>
            <a:lumOff val="14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 dirty="0"/>
            <a:t>Assumptions &amp; considerations</a:t>
          </a:r>
          <a:endParaRPr lang="en-US" sz="2900" kern="1200" dirty="0"/>
        </a:p>
      </dsp:txBody>
      <dsp:txXfrm>
        <a:off x="33955" y="3222241"/>
        <a:ext cx="6744370" cy="627655"/>
      </dsp:txXfrm>
    </dsp:sp>
    <dsp:sp modelId="{B59EC569-3255-49D1-8CF3-CBB8D3CFA00F}">
      <dsp:nvSpPr>
        <dsp:cNvPr id="0" name=""/>
        <dsp:cNvSpPr/>
      </dsp:nvSpPr>
      <dsp:spPr>
        <a:xfrm>
          <a:off x="0" y="3981019"/>
          <a:ext cx="6812280" cy="695565"/>
        </a:xfrm>
        <a:prstGeom prst="roundRect">
          <a:avLst/>
        </a:prstGeom>
        <a:solidFill>
          <a:schemeClr val="accent2">
            <a:hueOff val="2498749"/>
            <a:satOff val="3066"/>
            <a:lumOff val="17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/>
            <a:t>Learning points</a:t>
          </a:r>
          <a:endParaRPr lang="en-US" sz="2900" kern="1200"/>
        </a:p>
      </dsp:txBody>
      <dsp:txXfrm>
        <a:off x="33955" y="4014974"/>
        <a:ext cx="6744370" cy="627655"/>
      </dsp:txXfrm>
    </dsp:sp>
    <dsp:sp modelId="{35363E7C-57ED-4D6E-9B2B-BAE58DCC1675}">
      <dsp:nvSpPr>
        <dsp:cNvPr id="0" name=""/>
        <dsp:cNvSpPr/>
      </dsp:nvSpPr>
      <dsp:spPr>
        <a:xfrm>
          <a:off x="0" y="4760104"/>
          <a:ext cx="6812280" cy="695565"/>
        </a:xfrm>
        <a:prstGeom prst="roundRect">
          <a:avLst/>
        </a:prstGeom>
        <a:solidFill>
          <a:schemeClr val="accent2">
            <a:hueOff val="2998499"/>
            <a:satOff val="3679"/>
            <a:lumOff val="21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900" kern="1200"/>
            <a:t>Conclusion</a:t>
          </a:r>
          <a:endParaRPr lang="en-US" sz="2900" kern="1200"/>
        </a:p>
      </dsp:txBody>
      <dsp:txXfrm>
        <a:off x="33955" y="4794059"/>
        <a:ext cx="6744370" cy="627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AEDB0F-FC88-4836-A862-49469A80DB5A}">
      <dsp:nvSpPr>
        <dsp:cNvPr id="0" name=""/>
        <dsp:cNvSpPr/>
      </dsp:nvSpPr>
      <dsp:spPr>
        <a:xfrm>
          <a:off x="0" y="3403"/>
          <a:ext cx="10557555" cy="7250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2D548-6785-40B5-BE65-1376B8F8D89A}">
      <dsp:nvSpPr>
        <dsp:cNvPr id="0" name=""/>
        <dsp:cNvSpPr/>
      </dsp:nvSpPr>
      <dsp:spPr>
        <a:xfrm>
          <a:off x="219314" y="166530"/>
          <a:ext cx="398753" cy="3987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3E25D-0D8F-4B92-9150-8A9E376ADE43}">
      <dsp:nvSpPr>
        <dsp:cNvPr id="0" name=""/>
        <dsp:cNvSpPr/>
      </dsp:nvSpPr>
      <dsp:spPr>
        <a:xfrm>
          <a:off x="837382" y="3403"/>
          <a:ext cx="9720172" cy="725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30" tIns="76730" rIns="76730" bIns="767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Dataset from UCI Machine Learning Repository </a:t>
          </a:r>
          <a:endParaRPr lang="en-US" sz="1900" kern="1200"/>
        </a:p>
      </dsp:txBody>
      <dsp:txXfrm>
        <a:off x="837382" y="3403"/>
        <a:ext cx="9720172" cy="725006"/>
      </dsp:txXfrm>
    </dsp:sp>
    <dsp:sp modelId="{94DFC438-C1BD-45D5-BE7E-F657F0E8544E}">
      <dsp:nvSpPr>
        <dsp:cNvPr id="0" name=""/>
        <dsp:cNvSpPr/>
      </dsp:nvSpPr>
      <dsp:spPr>
        <a:xfrm>
          <a:off x="0" y="909662"/>
          <a:ext cx="10557555" cy="7250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22973-FAEC-446C-A21A-BFCA064ABADD}">
      <dsp:nvSpPr>
        <dsp:cNvPr id="0" name=""/>
        <dsp:cNvSpPr/>
      </dsp:nvSpPr>
      <dsp:spPr>
        <a:xfrm>
          <a:off x="219314" y="1072788"/>
          <a:ext cx="398753" cy="3987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183348-D732-4FE6-8E5B-EE7083FAF361}">
      <dsp:nvSpPr>
        <dsp:cNvPr id="0" name=""/>
        <dsp:cNvSpPr/>
      </dsp:nvSpPr>
      <dsp:spPr>
        <a:xfrm>
          <a:off x="837382" y="909662"/>
          <a:ext cx="9720172" cy="725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30" tIns="76730" rIns="76730" bIns="767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Airfoils generate noise that can be loud and disturbing to the human ear</a:t>
          </a:r>
          <a:endParaRPr lang="en-US" sz="1900" kern="1200"/>
        </a:p>
      </dsp:txBody>
      <dsp:txXfrm>
        <a:off x="837382" y="909662"/>
        <a:ext cx="9720172" cy="725006"/>
      </dsp:txXfrm>
    </dsp:sp>
    <dsp:sp modelId="{AC1AF5FD-972B-4045-9318-12D2A83A4DE1}">
      <dsp:nvSpPr>
        <dsp:cNvPr id="0" name=""/>
        <dsp:cNvSpPr/>
      </dsp:nvSpPr>
      <dsp:spPr>
        <a:xfrm>
          <a:off x="0" y="1815920"/>
          <a:ext cx="10557555" cy="7250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46AE1-C870-48DA-8438-4F46E030109F}">
      <dsp:nvSpPr>
        <dsp:cNvPr id="0" name=""/>
        <dsp:cNvSpPr/>
      </dsp:nvSpPr>
      <dsp:spPr>
        <a:xfrm>
          <a:off x="219314" y="1979046"/>
          <a:ext cx="398753" cy="3987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07A246-316B-4D50-B3F4-74FE8C5E0F33}">
      <dsp:nvSpPr>
        <dsp:cNvPr id="0" name=""/>
        <dsp:cNvSpPr/>
      </dsp:nvSpPr>
      <dsp:spPr>
        <a:xfrm>
          <a:off x="837382" y="1815920"/>
          <a:ext cx="9720172" cy="725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30" tIns="76730" rIns="76730" bIns="767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Understand about these influencing factors through data exploration</a:t>
          </a:r>
          <a:endParaRPr lang="en-US" sz="1900" kern="1200"/>
        </a:p>
      </dsp:txBody>
      <dsp:txXfrm>
        <a:off x="837382" y="1815920"/>
        <a:ext cx="9720172" cy="725006"/>
      </dsp:txXfrm>
    </dsp:sp>
    <dsp:sp modelId="{6953346D-D07E-4607-BE3F-EECBB0802F3D}">
      <dsp:nvSpPr>
        <dsp:cNvPr id="0" name=""/>
        <dsp:cNvSpPr/>
      </dsp:nvSpPr>
      <dsp:spPr>
        <a:xfrm>
          <a:off x="0" y="2722178"/>
          <a:ext cx="10557555" cy="7250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968E6-F9AE-4DD0-90E1-718FED055BF9}">
      <dsp:nvSpPr>
        <dsp:cNvPr id="0" name=""/>
        <dsp:cNvSpPr/>
      </dsp:nvSpPr>
      <dsp:spPr>
        <a:xfrm>
          <a:off x="219314" y="2885304"/>
          <a:ext cx="398753" cy="3987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2F284-808A-4A42-B7C4-19E0237D9EA5}">
      <dsp:nvSpPr>
        <dsp:cNvPr id="0" name=""/>
        <dsp:cNvSpPr/>
      </dsp:nvSpPr>
      <dsp:spPr>
        <a:xfrm>
          <a:off x="837382" y="2722178"/>
          <a:ext cx="9720172" cy="725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30" tIns="76730" rIns="76730" bIns="767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/>
            <a:t>Perform machine learning models to predict sound level range</a:t>
          </a:r>
          <a:endParaRPr lang="en-US" sz="1900" kern="1200"/>
        </a:p>
      </dsp:txBody>
      <dsp:txXfrm>
        <a:off x="837382" y="2722178"/>
        <a:ext cx="9720172" cy="725006"/>
      </dsp:txXfrm>
    </dsp:sp>
    <dsp:sp modelId="{D18EC37F-D7A6-49F8-8735-FAA69F60F2A4}">
      <dsp:nvSpPr>
        <dsp:cNvPr id="0" name=""/>
        <dsp:cNvSpPr/>
      </dsp:nvSpPr>
      <dsp:spPr>
        <a:xfrm>
          <a:off x="0" y="3628436"/>
          <a:ext cx="10557555" cy="7250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D5858-9CA2-49E6-B017-7FA9478E45F2}">
      <dsp:nvSpPr>
        <dsp:cNvPr id="0" name=""/>
        <dsp:cNvSpPr/>
      </dsp:nvSpPr>
      <dsp:spPr>
        <a:xfrm>
          <a:off x="219314" y="3791563"/>
          <a:ext cx="398753" cy="3987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F3BFA-ED7F-44BD-8E48-7B892FD9B432}">
      <dsp:nvSpPr>
        <dsp:cNvPr id="0" name=""/>
        <dsp:cNvSpPr/>
      </dsp:nvSpPr>
      <dsp:spPr>
        <a:xfrm>
          <a:off x="837382" y="3628436"/>
          <a:ext cx="9720172" cy="725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30" tIns="76730" rIns="76730" bIns="767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kern="1200" dirty="0"/>
            <a:t>Sound levels are converted into one of 3 possible classes : low, moderate, high</a:t>
          </a:r>
          <a:endParaRPr lang="en-US" sz="1900" kern="1200" dirty="0"/>
        </a:p>
      </dsp:txBody>
      <dsp:txXfrm>
        <a:off x="837382" y="3628436"/>
        <a:ext cx="9720172" cy="7250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A1D9DA-57E7-4530-AC10-E001D9B7422A}">
      <dsp:nvSpPr>
        <dsp:cNvPr id="0" name=""/>
        <dsp:cNvSpPr/>
      </dsp:nvSpPr>
      <dsp:spPr>
        <a:xfrm>
          <a:off x="0" y="614091"/>
          <a:ext cx="2563909" cy="162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0AE1A-D7A8-4B54-85AE-CE095EEFFCD5}">
      <dsp:nvSpPr>
        <dsp:cNvPr id="0" name=""/>
        <dsp:cNvSpPr/>
      </dsp:nvSpPr>
      <dsp:spPr>
        <a:xfrm>
          <a:off x="284878" y="884726"/>
          <a:ext cx="2563909" cy="16280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/>
            <a:t>Logistic Regression </a:t>
          </a:r>
          <a:endParaRPr lang="en-US" sz="2400" kern="1200" dirty="0"/>
        </a:p>
      </dsp:txBody>
      <dsp:txXfrm>
        <a:off x="332563" y="932411"/>
        <a:ext cx="2468539" cy="1532712"/>
      </dsp:txXfrm>
    </dsp:sp>
    <dsp:sp modelId="{95E0B17F-D494-42B7-A720-D02CBF06202D}">
      <dsp:nvSpPr>
        <dsp:cNvPr id="0" name=""/>
        <dsp:cNvSpPr/>
      </dsp:nvSpPr>
      <dsp:spPr>
        <a:xfrm>
          <a:off x="3133666" y="614091"/>
          <a:ext cx="2563909" cy="162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87D1C-CA67-4994-9FF3-0B80984C0789}">
      <dsp:nvSpPr>
        <dsp:cNvPr id="0" name=""/>
        <dsp:cNvSpPr/>
      </dsp:nvSpPr>
      <dsp:spPr>
        <a:xfrm>
          <a:off x="3418545" y="884726"/>
          <a:ext cx="2563909" cy="16280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/>
            <a:t>Decision Tree</a:t>
          </a:r>
          <a:endParaRPr lang="en-US" sz="2400" kern="1200" dirty="0"/>
        </a:p>
      </dsp:txBody>
      <dsp:txXfrm>
        <a:off x="3466230" y="932411"/>
        <a:ext cx="2468539" cy="1532712"/>
      </dsp:txXfrm>
    </dsp:sp>
    <dsp:sp modelId="{DEFD6F23-BBEC-47B4-97D7-E2884121AF2C}">
      <dsp:nvSpPr>
        <dsp:cNvPr id="0" name=""/>
        <dsp:cNvSpPr/>
      </dsp:nvSpPr>
      <dsp:spPr>
        <a:xfrm>
          <a:off x="6267333" y="614091"/>
          <a:ext cx="2563909" cy="162808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1ACF30-207E-491C-BA4A-DCE9AF05C984}">
      <dsp:nvSpPr>
        <dsp:cNvPr id="0" name=""/>
        <dsp:cNvSpPr/>
      </dsp:nvSpPr>
      <dsp:spPr>
        <a:xfrm>
          <a:off x="6552212" y="884726"/>
          <a:ext cx="2563909" cy="162808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/>
            <a:t>K-Nearest Neighbours</a:t>
          </a:r>
          <a:endParaRPr lang="en-US" sz="2400" kern="1200" dirty="0"/>
        </a:p>
      </dsp:txBody>
      <dsp:txXfrm>
        <a:off x="6599897" y="932411"/>
        <a:ext cx="2468539" cy="1532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57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22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6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5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70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44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908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51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83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5/14/2023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8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tmp"/><Relationship Id="rId4" Type="http://schemas.openxmlformats.org/officeDocument/2006/relationships/image" Target="../media/image23.tm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3" descr="Stock numbers on a digital display">
            <a:extLst>
              <a:ext uri="{FF2B5EF4-FFF2-40B4-BE49-F238E27FC236}">
                <a16:creationId xmlns:a16="http://schemas.microsoft.com/office/drawing/2014/main" id="{11850BF9-0D01-A64D-E610-58BA46B048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962" r="1409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3D686-37E3-C600-8207-A85EE5C09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SG" sz="3700"/>
              <a:t>Code Without Barriers 2023</a:t>
            </a:r>
            <a:br>
              <a:rPr lang="en-SG" sz="3700"/>
            </a:br>
            <a:br>
              <a:rPr lang="en-SG" sz="3700"/>
            </a:br>
            <a:r>
              <a:rPr lang="en-SG" sz="3700"/>
              <a:t>Barclays 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A7658-A98D-5A93-99EB-728392033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SG" sz="2000"/>
              <a:t>Beatrice Goh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7086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23CC4-61ED-CCE6-793B-07B15C26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SG" dirty="0"/>
              <a:t>Contents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B44CD3-9F69-DA83-C97D-B825B29036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9769963"/>
              </p:ext>
            </p:extLst>
          </p:nvPr>
        </p:nvGraphicFramePr>
        <p:xfrm>
          <a:off x="4553712" y="621792"/>
          <a:ext cx="6812280" cy="5541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6744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44DB-0CBA-38C4-9D3E-C1AD9D48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A5DA98-424A-D8DA-9194-52D4AA3298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387996"/>
              </p:ext>
            </p:extLst>
          </p:nvPr>
        </p:nvGraphicFramePr>
        <p:xfrm>
          <a:off x="726141" y="2205317"/>
          <a:ext cx="10557555" cy="43568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376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8104-841B-949B-37AF-1AF73F1A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About the data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45CF6F-33E5-1B93-F192-FF62CE46D1EF}"/>
              </a:ext>
            </a:extLst>
          </p:cNvPr>
          <p:cNvSpPr txBox="1"/>
          <p:nvPr/>
        </p:nvSpPr>
        <p:spPr>
          <a:xfrm>
            <a:off x="8552329" y="3398866"/>
            <a:ext cx="32173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/>
              <a:t>Output</a:t>
            </a:r>
          </a:p>
          <a:p>
            <a:r>
              <a:rPr lang="en-SG" dirty="0"/>
              <a:t>Record placed into one of 3 classes based on actual sound level output (in decibels)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Low (100 – 113)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Moderate (114 – 127)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High (128 and above)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E1C603-5C74-713A-72BA-488E58E58BFD}"/>
              </a:ext>
            </a:extLst>
          </p:cNvPr>
          <p:cNvSpPr txBox="1"/>
          <p:nvPr/>
        </p:nvSpPr>
        <p:spPr>
          <a:xfrm>
            <a:off x="4243678" y="3339974"/>
            <a:ext cx="39119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/>
              <a:t>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1,503 instances with no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Relationship between variables are not 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Skewness observed in the distribution of input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Input factors do not follow a normal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No collinearity observed between input factors and with target output class</a:t>
            </a:r>
          </a:p>
        </p:txBody>
      </p:sp>
      <p:pic>
        <p:nvPicPr>
          <p:cNvPr id="36" name="Graphic 35" descr="Airplane with solid fill">
            <a:extLst>
              <a:ext uri="{FF2B5EF4-FFF2-40B4-BE49-F238E27FC236}">
                <a16:creationId xmlns:a16="http://schemas.microsoft.com/office/drawing/2014/main" id="{96EAEBB8-C1DD-6485-7D1B-C6609AE2A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82505" y="2354633"/>
            <a:ext cx="809129" cy="809129"/>
          </a:xfrm>
          <a:prstGeom prst="rect">
            <a:avLst/>
          </a:prstGeom>
        </p:spPr>
      </p:pic>
      <p:pic>
        <p:nvPicPr>
          <p:cNvPr id="38" name="Graphic 37" descr="Document with solid fill">
            <a:extLst>
              <a:ext uri="{FF2B5EF4-FFF2-40B4-BE49-F238E27FC236}">
                <a16:creationId xmlns:a16="http://schemas.microsoft.com/office/drawing/2014/main" id="{75C4A100-59D4-EA34-5F16-4CFF06B13B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05184" y="2374869"/>
            <a:ext cx="788894" cy="788894"/>
          </a:xfrm>
          <a:prstGeom prst="rect">
            <a:avLst/>
          </a:prstGeom>
        </p:spPr>
      </p:pic>
      <p:pic>
        <p:nvPicPr>
          <p:cNvPr id="40" name="Graphic 39" descr="Alarm Ringing with solid fill">
            <a:extLst>
              <a:ext uri="{FF2B5EF4-FFF2-40B4-BE49-F238E27FC236}">
                <a16:creationId xmlns:a16="http://schemas.microsoft.com/office/drawing/2014/main" id="{8969D15C-C6F9-9701-243D-5346B57B81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2006" y="2354634"/>
            <a:ext cx="809129" cy="80912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EF4D8B0-13BC-0258-5469-2045A615638F}"/>
              </a:ext>
            </a:extLst>
          </p:cNvPr>
          <p:cNvSpPr txBox="1"/>
          <p:nvPr/>
        </p:nvSpPr>
        <p:spPr>
          <a:xfrm>
            <a:off x="331771" y="3429000"/>
            <a:ext cx="39119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/>
              <a:t>Inputs affecting noise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Frequency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Angle of attack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Chord length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Free-stream velocity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dirty="0"/>
              <a:t>Suction side displacement thickness </a:t>
            </a:r>
          </a:p>
        </p:txBody>
      </p:sp>
    </p:spTree>
    <p:extLst>
      <p:ext uri="{BB962C8B-B14F-4D97-AF65-F5344CB8AC3E}">
        <p14:creationId xmlns:p14="http://schemas.microsoft.com/office/powerpoint/2010/main" val="3464158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F693F06-9C27-D943-8D00-118D3CC6A6B7}"/>
              </a:ext>
            </a:extLst>
          </p:cNvPr>
          <p:cNvSpPr/>
          <p:nvPr/>
        </p:nvSpPr>
        <p:spPr>
          <a:xfrm>
            <a:off x="8865881" y="2380106"/>
            <a:ext cx="3181895" cy="317992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49358C-D346-CD1A-7CA5-BF2989CC8FD8}"/>
              </a:ext>
            </a:extLst>
          </p:cNvPr>
          <p:cNvSpPr/>
          <p:nvPr/>
        </p:nvSpPr>
        <p:spPr>
          <a:xfrm>
            <a:off x="204716" y="1728216"/>
            <a:ext cx="8497486" cy="50206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82A900-15BE-09AF-A86B-28864078D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Distribution of observations</a:t>
            </a:r>
          </a:p>
        </p:txBody>
      </p:sp>
      <p:pic>
        <p:nvPicPr>
          <p:cNvPr id="4" name="Content Placeholder 7" descr="A picture containing text, plot, line, diagram&#10;&#10;Description automatically generated">
            <a:extLst>
              <a:ext uri="{FF2B5EF4-FFF2-40B4-BE49-F238E27FC236}">
                <a16:creationId xmlns:a16="http://schemas.microsoft.com/office/drawing/2014/main" id="{94AD56AA-ABCF-D888-5AEC-6B27801B0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72" y="2378083"/>
            <a:ext cx="7828153" cy="2202765"/>
          </a:xfrm>
          <a:prstGeom prst="rect">
            <a:avLst/>
          </a:prstGeom>
        </p:spPr>
      </p:pic>
      <p:pic>
        <p:nvPicPr>
          <p:cNvPr id="5" name="Picture 4" descr="A picture containing screenshot, line, plot, text&#10;&#10;Description automatically generated">
            <a:extLst>
              <a:ext uri="{FF2B5EF4-FFF2-40B4-BE49-F238E27FC236}">
                <a16:creationId xmlns:a16="http://schemas.microsoft.com/office/drawing/2014/main" id="{096BD655-C2AE-0744-CB52-00C43585A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875" y="4651525"/>
            <a:ext cx="5462653" cy="2026616"/>
          </a:xfrm>
          <a:prstGeom prst="rect">
            <a:avLst/>
          </a:prstGeom>
        </p:spPr>
      </p:pic>
      <p:pic>
        <p:nvPicPr>
          <p:cNvPr id="7" name="Picture 6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95256A4A-FDA8-FE77-0C5A-E0D786212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839" y="3063124"/>
            <a:ext cx="2977981" cy="20967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24FBF1-1E2D-A99B-5431-2ACAC1F9807E}"/>
              </a:ext>
            </a:extLst>
          </p:cNvPr>
          <p:cNvSpPr txBox="1"/>
          <p:nvPr/>
        </p:nvSpPr>
        <p:spPr>
          <a:xfrm>
            <a:off x="9280478" y="2595844"/>
            <a:ext cx="253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bg1"/>
                </a:solidFill>
              </a:rPr>
              <a:t>Output sound class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68887-0491-C930-CD32-B88FD307A3BD}"/>
              </a:ext>
            </a:extLst>
          </p:cNvPr>
          <p:cNvSpPr txBox="1"/>
          <p:nvPr/>
        </p:nvSpPr>
        <p:spPr>
          <a:xfrm>
            <a:off x="9112063" y="5664833"/>
            <a:ext cx="3079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1 – low sound level</a:t>
            </a:r>
          </a:p>
          <a:p>
            <a:r>
              <a:rPr lang="en-SG" dirty="0"/>
              <a:t>2 – moderate sound level</a:t>
            </a:r>
          </a:p>
          <a:p>
            <a:r>
              <a:rPr lang="en-SG" dirty="0"/>
              <a:t>3 – high sound level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B82C44-839C-A0DF-2B08-E880EDC2C455}"/>
              </a:ext>
            </a:extLst>
          </p:cNvPr>
          <p:cNvSpPr txBox="1"/>
          <p:nvPr/>
        </p:nvSpPr>
        <p:spPr>
          <a:xfrm>
            <a:off x="2852383" y="1834112"/>
            <a:ext cx="283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solidFill>
                  <a:schemeClr val="bg1"/>
                </a:solidFill>
              </a:rPr>
              <a:t>Input features</a:t>
            </a:r>
          </a:p>
        </p:txBody>
      </p:sp>
    </p:spTree>
    <p:extLst>
      <p:ext uri="{BB962C8B-B14F-4D97-AF65-F5344CB8AC3E}">
        <p14:creationId xmlns:p14="http://schemas.microsoft.com/office/powerpoint/2010/main" val="45509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43703-30EA-A203-D875-6EF8F7E66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SG" dirty="0"/>
              <a:t>Machine learning models applied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E38C94-28F4-8B36-8FBD-90D81A066B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512143"/>
              </p:ext>
            </p:extLst>
          </p:nvPr>
        </p:nvGraphicFramePr>
        <p:xfrm>
          <a:off x="1351711" y="2144378"/>
          <a:ext cx="9116122" cy="3126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914EB615-4EF7-4710-30DA-EAF93D123273}"/>
              </a:ext>
            </a:extLst>
          </p:cNvPr>
          <p:cNvSpPr/>
          <p:nvPr/>
        </p:nvSpPr>
        <p:spPr>
          <a:xfrm>
            <a:off x="1169734" y="5766614"/>
            <a:ext cx="9480076" cy="43153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9E683C-ED30-19D6-07EA-ACC38ACCB147}"/>
              </a:ext>
            </a:extLst>
          </p:cNvPr>
          <p:cNvSpPr txBox="1"/>
          <p:nvPr/>
        </p:nvSpPr>
        <p:spPr>
          <a:xfrm>
            <a:off x="2265528" y="5158807"/>
            <a:ext cx="7929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Hyper parameter tuning with k-fold cross validation</a:t>
            </a:r>
          </a:p>
        </p:txBody>
      </p:sp>
    </p:spTree>
    <p:extLst>
      <p:ext uri="{BB962C8B-B14F-4D97-AF65-F5344CB8AC3E}">
        <p14:creationId xmlns:p14="http://schemas.microsoft.com/office/powerpoint/2010/main" val="220755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872A-0A67-F0ED-4F4F-A249029F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Evaluation of results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9C7A373-7B70-B6D8-51A3-07BE1821C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7915008"/>
              </p:ext>
            </p:extLst>
          </p:nvPr>
        </p:nvGraphicFramePr>
        <p:xfrm>
          <a:off x="295030" y="2628214"/>
          <a:ext cx="5528014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70">
                  <a:extLst>
                    <a:ext uri="{9D8B030D-6E8A-4147-A177-3AD203B41FA5}">
                      <a16:colId xmlns:a16="http://schemas.microsoft.com/office/drawing/2014/main" val="234745145"/>
                    </a:ext>
                  </a:extLst>
                </a:gridCol>
                <a:gridCol w="1687944">
                  <a:extLst>
                    <a:ext uri="{9D8B030D-6E8A-4147-A177-3AD203B41FA5}">
                      <a16:colId xmlns:a16="http://schemas.microsoft.com/office/drawing/2014/main" val="879089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71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54.5%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79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Logistic Regression</a:t>
                      </a:r>
                    </a:p>
                    <a:p>
                      <a:r>
                        <a:rPr lang="en-SG" dirty="0"/>
                        <a:t>- With 5-fold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68.0%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81.4%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64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Decision Tree</a:t>
                      </a:r>
                    </a:p>
                    <a:p>
                      <a:r>
                        <a:rPr lang="en-SG" dirty="0"/>
                        <a:t>- With 5-fold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79.3%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8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K-Nearest Neighbours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81.4%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273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K-Nearest Neighbours</a:t>
                      </a:r>
                    </a:p>
                    <a:p>
                      <a:r>
                        <a:rPr lang="en-SG" dirty="0"/>
                        <a:t>- With 5-fold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59.2%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92568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ABB791-A43C-340E-FDB7-D3F785C42C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5969439"/>
              </p:ext>
            </p:extLst>
          </p:nvPr>
        </p:nvGraphicFramePr>
        <p:xfrm>
          <a:off x="6199632" y="2628214"/>
          <a:ext cx="5528014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070">
                  <a:extLst>
                    <a:ext uri="{9D8B030D-6E8A-4147-A177-3AD203B41FA5}">
                      <a16:colId xmlns:a16="http://schemas.microsoft.com/office/drawing/2014/main" val="234745145"/>
                    </a:ext>
                  </a:extLst>
                </a:gridCol>
                <a:gridCol w="1687944">
                  <a:extLst>
                    <a:ext uri="{9D8B030D-6E8A-4147-A177-3AD203B41FA5}">
                      <a16:colId xmlns:a16="http://schemas.microsoft.com/office/drawing/2014/main" val="879089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715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60.5%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798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Logistic Regression</a:t>
                      </a:r>
                    </a:p>
                    <a:p>
                      <a:r>
                        <a:rPr lang="en-SG" dirty="0"/>
                        <a:t>- With 5-fold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62.2%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765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72.3%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641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Decision Tree</a:t>
                      </a:r>
                    </a:p>
                    <a:p>
                      <a:r>
                        <a:rPr lang="en-SG" dirty="0"/>
                        <a:t>- With 5-fold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67.3%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786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K-Nearest Neighbours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72.3%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273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K-Nearest Neighbours</a:t>
                      </a:r>
                    </a:p>
                    <a:p>
                      <a:r>
                        <a:rPr lang="en-SG" dirty="0"/>
                        <a:t>- With 5-fold cross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60.4%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9256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A8D6D9-D49E-9934-2744-C1B482531AE6}"/>
              </a:ext>
            </a:extLst>
          </p:cNvPr>
          <p:cNvSpPr txBox="1"/>
          <p:nvPr/>
        </p:nvSpPr>
        <p:spPr>
          <a:xfrm>
            <a:off x="1282889" y="2163348"/>
            <a:ext cx="391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Case 1 (train 80% - test 20%)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32684-65B9-4A8A-C1B9-938F3B636239}"/>
              </a:ext>
            </a:extLst>
          </p:cNvPr>
          <p:cNvSpPr txBox="1"/>
          <p:nvPr/>
        </p:nvSpPr>
        <p:spPr>
          <a:xfrm>
            <a:off x="7366789" y="2163348"/>
            <a:ext cx="391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Case 2 (train 10% - test 90%)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1D8DF-5167-7E35-D092-FD5F326A6A83}"/>
              </a:ext>
            </a:extLst>
          </p:cNvPr>
          <p:cNvSpPr/>
          <p:nvPr/>
        </p:nvSpPr>
        <p:spPr>
          <a:xfrm>
            <a:off x="191069" y="3985146"/>
            <a:ext cx="5801300" cy="354842"/>
          </a:xfrm>
          <a:prstGeom prst="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009703-6408-13D5-59E9-16799A45B2F7}"/>
              </a:ext>
            </a:extLst>
          </p:cNvPr>
          <p:cNvSpPr/>
          <p:nvPr/>
        </p:nvSpPr>
        <p:spPr>
          <a:xfrm>
            <a:off x="158387" y="4983459"/>
            <a:ext cx="5801300" cy="354842"/>
          </a:xfrm>
          <a:prstGeom prst="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88298-FFA8-F9A3-F3E8-541ACFC1DAE3}"/>
              </a:ext>
            </a:extLst>
          </p:cNvPr>
          <p:cNvSpPr/>
          <p:nvPr/>
        </p:nvSpPr>
        <p:spPr>
          <a:xfrm>
            <a:off x="6129012" y="4016115"/>
            <a:ext cx="5801300" cy="354842"/>
          </a:xfrm>
          <a:prstGeom prst="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0E31B3-29E6-133F-C68D-A6973319342F}"/>
              </a:ext>
            </a:extLst>
          </p:cNvPr>
          <p:cNvSpPr/>
          <p:nvPr/>
        </p:nvSpPr>
        <p:spPr>
          <a:xfrm>
            <a:off x="6129012" y="5031800"/>
            <a:ext cx="5801300" cy="354842"/>
          </a:xfrm>
          <a:prstGeom prst="rect">
            <a:avLst/>
          </a:prstGeom>
          <a:noFill/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DE004B-2881-63E1-E803-D404B717A884}"/>
              </a:ext>
            </a:extLst>
          </p:cNvPr>
          <p:cNvSpPr txBox="1"/>
          <p:nvPr/>
        </p:nvSpPr>
        <p:spPr>
          <a:xfrm>
            <a:off x="1115568" y="6248927"/>
            <a:ext cx="10034653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SG" b="1" dirty="0"/>
              <a:t>Best models were basic decision tree classifier and k-nearest neighbours classifier</a:t>
            </a:r>
          </a:p>
        </p:txBody>
      </p:sp>
    </p:spTree>
    <p:extLst>
      <p:ext uri="{BB962C8B-B14F-4D97-AF65-F5344CB8AC3E}">
        <p14:creationId xmlns:p14="http://schemas.microsoft.com/office/powerpoint/2010/main" val="3645307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0872A-0A67-F0ED-4F4F-A249029F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Evaluation of results – Best Models</a:t>
            </a:r>
          </a:p>
        </p:txBody>
      </p:sp>
      <p:pic>
        <p:nvPicPr>
          <p:cNvPr id="7" name="Picture 6" descr="A picture containing text, screenshot, number, diagram&#10;&#10;Description automatically generated">
            <a:extLst>
              <a:ext uri="{FF2B5EF4-FFF2-40B4-BE49-F238E27FC236}">
                <a16:creationId xmlns:a16="http://schemas.microsoft.com/office/drawing/2014/main" id="{19BC55A8-A6E8-69EF-6740-2252DD28E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17" y="2050418"/>
            <a:ext cx="3677163" cy="2857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D69F42-B569-92EE-589B-12747D4893F8}"/>
              </a:ext>
            </a:extLst>
          </p:cNvPr>
          <p:cNvSpPr txBox="1"/>
          <p:nvPr/>
        </p:nvSpPr>
        <p:spPr>
          <a:xfrm>
            <a:off x="965721" y="1603430"/>
            <a:ext cx="4148920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SG" dirty="0"/>
              <a:t>Decision Tree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1F76E-DD3A-7393-E753-358CD48B0A51}"/>
              </a:ext>
            </a:extLst>
          </p:cNvPr>
          <p:cNvSpPr txBox="1"/>
          <p:nvPr/>
        </p:nvSpPr>
        <p:spPr>
          <a:xfrm>
            <a:off x="6594361" y="1603430"/>
            <a:ext cx="4148920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SG" dirty="0"/>
              <a:t>k-Nearest Neighbours</a:t>
            </a:r>
          </a:p>
        </p:txBody>
      </p:sp>
      <p:pic>
        <p:nvPicPr>
          <p:cNvPr id="13" name="Picture 12" descr="A picture containing text, screenshot, number, diagram&#10;&#10;Description automatically generated">
            <a:extLst>
              <a:ext uri="{FF2B5EF4-FFF2-40B4-BE49-F238E27FC236}">
                <a16:creationId xmlns:a16="http://schemas.microsoft.com/office/drawing/2014/main" id="{FA9028D4-79CB-6F42-1FBE-45CBB515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618" y="2003288"/>
            <a:ext cx="3600953" cy="2886478"/>
          </a:xfrm>
          <a:prstGeom prst="rect">
            <a:avLst/>
          </a:prstGeom>
        </p:spPr>
      </p:pic>
      <p:pic>
        <p:nvPicPr>
          <p:cNvPr id="15" name="Picture 14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58EBF9E2-3E7A-C6DF-27BA-2782C1FEE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361" y="5009525"/>
            <a:ext cx="4334480" cy="1743318"/>
          </a:xfrm>
          <a:prstGeom prst="rect">
            <a:avLst/>
          </a:prstGeom>
        </p:spPr>
      </p:pic>
      <p:pic>
        <p:nvPicPr>
          <p:cNvPr id="17" name="Picture 16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74A1BFD4-330F-DEFF-C3DE-4099D0DC45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61" y="5009525"/>
            <a:ext cx="4153480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37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C9A9DA9-7DC8-488B-A882-123947B0F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3857" y="633619"/>
            <a:ext cx="6838569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53B132-C425-1B02-ADA9-1DDD29C1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510" y="978619"/>
            <a:ext cx="5991244" cy="1106424"/>
          </a:xfrm>
        </p:spPr>
        <p:txBody>
          <a:bodyPr>
            <a:normAutofit/>
          </a:bodyPr>
          <a:lstStyle/>
          <a:p>
            <a:r>
              <a:rPr lang="en-SG" sz="3200"/>
              <a:t>Evaluation of results – Best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9BC9DA-A36F-06F9-8B15-0AB7E89FA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517" y="2085043"/>
            <a:ext cx="4486824" cy="361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79848" y="1171300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A865FE3-5FC9-4049-87CF-30019C46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859" y="2093976"/>
            <a:ext cx="5846683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5E6AB-5598-F59C-E539-5504D68A6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861" y="2252870"/>
            <a:ext cx="5993892" cy="3560251"/>
          </a:xfrm>
        </p:spPr>
        <p:txBody>
          <a:bodyPr>
            <a:normAutofit/>
          </a:bodyPr>
          <a:lstStyle/>
          <a:p>
            <a:r>
              <a:rPr lang="en-SG" sz="1800" dirty="0"/>
              <a:t>Both Decision Tree Classifier and k-Nearest Neighbours Classifier did equally well in identifying air foils in moderate and high sound levels, with above 80% F1-score and accuracy. </a:t>
            </a:r>
          </a:p>
          <a:p>
            <a:r>
              <a:rPr lang="en-SG" sz="1800" dirty="0"/>
              <a:t>However, the models did not perform as well in identifying air foils with low sound output, only obtaining 56% F1-score and accuracy.</a:t>
            </a:r>
          </a:p>
          <a:p>
            <a:r>
              <a:rPr lang="en-SG" sz="1800" dirty="0"/>
              <a:t>This is due to the class imbalance, with much fewer records with low sound output.  </a:t>
            </a:r>
          </a:p>
        </p:txBody>
      </p:sp>
    </p:spTree>
    <p:extLst>
      <p:ext uri="{BB962C8B-B14F-4D97-AF65-F5344CB8AC3E}">
        <p14:creationId xmlns:p14="http://schemas.microsoft.com/office/powerpoint/2010/main" val="3251175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37C1-EA88-6097-9E9E-296F9F66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Observations &amp; Considerations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2165C65-DEA1-25D2-679C-C4C27AD5B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907003"/>
              </p:ext>
            </p:extLst>
          </p:nvPr>
        </p:nvGraphicFramePr>
        <p:xfrm>
          <a:off x="545911" y="1884149"/>
          <a:ext cx="10737785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5992">
                  <a:extLst>
                    <a:ext uri="{9D8B030D-6E8A-4147-A177-3AD203B41FA5}">
                      <a16:colId xmlns:a16="http://schemas.microsoft.com/office/drawing/2014/main" val="1488337716"/>
                    </a:ext>
                  </a:extLst>
                </a:gridCol>
                <a:gridCol w="6251793">
                  <a:extLst>
                    <a:ext uri="{9D8B030D-6E8A-4147-A177-3AD203B41FA5}">
                      <a16:colId xmlns:a16="http://schemas.microsoft.com/office/drawing/2014/main" val="37322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Comments / Action taken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542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Too few records in dataset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Overfitting happened quickly and training models could not converge for some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865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During cross validation grid search, some models converge to a local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ym typeface="Wingdings" panose="05000000000000000000" pitchFamily="2" charset="2"/>
                        </a:rPr>
                        <a:t>Some ‘best’ models did not have accuracy score as high as the basic model</a:t>
                      </a:r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30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ym typeface="Wingdings" panose="05000000000000000000" pitchFamily="2" charset="2"/>
                        </a:rPr>
                        <a:t>Data did not follow normal distribution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ym typeface="Wingdings" panose="05000000000000000000" pitchFamily="2" charset="2"/>
                        </a:rPr>
                        <a:t>Linear Regression was not possible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ym typeface="Wingdings" panose="05000000000000000000" pitchFamily="2" charset="2"/>
                        </a:rPr>
                        <a:t>Log transformation of data did not improve the distribution of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509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ym typeface="Wingdings" panose="05000000000000000000" pitchFamily="2" charset="2"/>
                        </a:rPr>
                        <a:t>No linear relationship between input features and output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ym typeface="Wingdings" panose="05000000000000000000" pitchFamily="2" charset="2"/>
                        </a:rPr>
                        <a:t>Linear Regression was not possible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ym typeface="Wingdings" panose="05000000000000000000" pitchFamily="2" charset="2"/>
                        </a:rPr>
                        <a:t>Classification was a better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909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>
                          <a:sym typeface="Wingdings" panose="05000000000000000000" pitchFamily="2" charset="2"/>
                        </a:rPr>
                        <a:t>Target output was converted to 3 classes, ‘low’ sound level class had very few instances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ym typeface="Wingdings" panose="05000000000000000000" pitchFamily="2" charset="2"/>
                        </a:rPr>
                        <a:t>Weights were applied to decision tree and logistic regression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>
                          <a:sym typeface="Wingdings" panose="05000000000000000000" pitchFamily="2" charset="2"/>
                        </a:rPr>
                        <a:t>Option to apply weights was not available for k-Nearest Neighbours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623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671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80AD67-C5CA-4918-B4BB-C359BB03E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4482E-C62C-1C68-C82A-2A0DAE8C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</p:spPr>
        <p:txBody>
          <a:bodyPr anchor="b">
            <a:normAutofit/>
          </a:bodyPr>
          <a:lstStyle/>
          <a:p>
            <a:r>
              <a:rPr lang="en-SG" sz="5200"/>
              <a:t>Learning points &amp; thoughts</a:t>
            </a:r>
          </a:p>
        </p:txBody>
      </p:sp>
      <p:pic>
        <p:nvPicPr>
          <p:cNvPr id="5" name="Picture 4" descr="White puzzle with one red piece">
            <a:extLst>
              <a:ext uri="{FF2B5EF4-FFF2-40B4-BE49-F238E27FC236}">
                <a16:creationId xmlns:a16="http://schemas.microsoft.com/office/drawing/2014/main" id="{99F22B68-8C2F-1F7C-7C14-C7739A55DF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25" r="30722"/>
          <a:stretch/>
        </p:blipFill>
        <p:spPr>
          <a:xfrm>
            <a:off x="20" y="10"/>
            <a:ext cx="4505305" cy="6857990"/>
          </a:xfrm>
          <a:prstGeom prst="rect">
            <a:avLst/>
          </a:prstGeom>
        </p:spPr>
      </p:pic>
      <p:sp>
        <p:nvSpPr>
          <p:cNvPr id="11" name="!!accent">
            <a:extLst>
              <a:ext uri="{FF2B5EF4-FFF2-40B4-BE49-F238E27FC236}">
                <a16:creationId xmlns:a16="http://schemas.microsoft.com/office/drawing/2014/main" id="{EABAD4DA-87BA-4F70-9EF0-45C6BCF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5128D9-2797-47FA-B6FE-EC24E6B84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D1188-B3E0-ACB3-55E3-2D19B39A8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9427" y="3013414"/>
            <a:ext cx="6878471" cy="384458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SG" sz="1800" dirty="0"/>
              <a:t>This was a very good opportunity to create and perform a machine learning model end-to-end on my own</a:t>
            </a:r>
          </a:p>
          <a:p>
            <a:pPr>
              <a:lnSpc>
                <a:spcPct val="100000"/>
              </a:lnSpc>
            </a:pPr>
            <a:r>
              <a:rPr lang="en-SG" sz="1800" dirty="0"/>
              <a:t>However, time constraints made it difficult to extend the project further beyond current scope</a:t>
            </a:r>
          </a:p>
          <a:p>
            <a:pPr>
              <a:lnSpc>
                <a:spcPct val="100000"/>
              </a:lnSpc>
            </a:pPr>
            <a:r>
              <a:rPr lang="en-SG" sz="1800" dirty="0"/>
              <a:t>Project can be further extended to create a UI for users to input parameters of a specific </a:t>
            </a:r>
            <a:r>
              <a:rPr lang="en-SG" sz="1800" dirty="0" err="1"/>
              <a:t>airfoil</a:t>
            </a:r>
            <a:r>
              <a:rPr lang="en-SG" sz="1800" dirty="0"/>
              <a:t> so as to predict the class of sound level</a:t>
            </a:r>
          </a:p>
          <a:p>
            <a:pPr>
              <a:lnSpc>
                <a:spcPct val="100000"/>
              </a:lnSpc>
            </a:pPr>
            <a:r>
              <a:rPr lang="en-SG" sz="1800" dirty="0"/>
              <a:t>Explore ways to identify </a:t>
            </a:r>
            <a:r>
              <a:rPr lang="en-SG" sz="1800" dirty="0" err="1"/>
              <a:t>airfoil</a:t>
            </a:r>
            <a:r>
              <a:rPr lang="en-SG" sz="1800" dirty="0"/>
              <a:t> characteristics </a:t>
            </a:r>
            <a:r>
              <a:rPr lang="en-SG" sz="1800"/>
              <a:t>based on lower </a:t>
            </a:r>
            <a:r>
              <a:rPr lang="en-SG" sz="1800" dirty="0"/>
              <a:t>sound output. Even lowest observation is still above acceptable human tolerance (which is typically 80 decibels)</a:t>
            </a:r>
          </a:p>
          <a:p>
            <a:pPr>
              <a:lnSpc>
                <a:spcPct val="100000"/>
              </a:lnSpc>
            </a:pPr>
            <a:r>
              <a:rPr lang="en-SG" sz="1800" dirty="0"/>
              <a:t>Possibility to use Microsoft Azure solutions for storage of data and perform model training if data set becomes larger</a:t>
            </a:r>
          </a:p>
        </p:txBody>
      </p:sp>
    </p:spTree>
    <p:extLst>
      <p:ext uri="{BB962C8B-B14F-4D97-AF65-F5344CB8AC3E}">
        <p14:creationId xmlns:p14="http://schemas.microsoft.com/office/powerpoint/2010/main" val="293562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5F2AB-5375-876C-1BFE-D27FADB00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Conclusion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F6498-0A28-0BFD-CF17-06CB62C37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4599"/>
            <a:ext cx="4498848" cy="415915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Thanks to Microsoft for organizing this hackathon and the tremendous support that they have extended to the participants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Thanks to sponsors for providing their problem statement and prizes!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It was an invaluable learning opportunity to meet like minded women looking to improve their skills in tech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Thank you! </a:t>
            </a:r>
            <a:endParaRPr lang="en-US" sz="1700" dirty="0"/>
          </a:p>
        </p:txBody>
      </p:sp>
      <p:pic>
        <p:nvPicPr>
          <p:cNvPr id="6" name="Content Placeholder 5" descr="Colleagues celebrating">
            <a:extLst>
              <a:ext uri="{FF2B5EF4-FFF2-40B4-BE49-F238E27FC236}">
                <a16:creationId xmlns:a16="http://schemas.microsoft.com/office/drawing/2014/main" id="{C394458F-AC2E-BB0E-D796-67145CF1C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1" r="21715" b="-1"/>
          <a:stretch/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10211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_2SEEDS">
      <a:dk1>
        <a:srgbClr val="000000"/>
      </a:dk1>
      <a:lt1>
        <a:srgbClr val="FFFFFF"/>
      </a:lt1>
      <a:dk2>
        <a:srgbClr val="1B2830"/>
      </a:dk2>
      <a:lt2>
        <a:srgbClr val="F3F2F0"/>
      </a:lt2>
      <a:accent1>
        <a:srgbClr val="205BCC"/>
      </a:accent1>
      <a:accent2>
        <a:srgbClr val="31B1D9"/>
      </a:accent2>
      <a:accent3>
        <a:srgbClr val="4236DF"/>
      </a:accent3>
      <a:accent4>
        <a:srgbClr val="CC3620"/>
      </a:accent4>
      <a:accent5>
        <a:srgbClr val="DE9032"/>
      </a:accent5>
      <a:accent6>
        <a:srgbClr val="B7B11D"/>
      </a:accent6>
      <a:hlink>
        <a:srgbClr val="AB8439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717</Words>
  <Application>Microsoft Office PowerPoint</Application>
  <PresentationFormat>Widescreen</PresentationFormat>
  <Paragraphs>118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Neue Haas Grotesk Text Pro</vt:lpstr>
      <vt:lpstr>Wingdings</vt:lpstr>
      <vt:lpstr>AccentBoxVTI</vt:lpstr>
      <vt:lpstr>Code Without Barriers 2023  Barclays Problem Statement</vt:lpstr>
      <vt:lpstr>Contents</vt:lpstr>
      <vt:lpstr>Problem Statement</vt:lpstr>
      <vt:lpstr>About the data</vt:lpstr>
      <vt:lpstr>Distribution of observations</vt:lpstr>
      <vt:lpstr>Machine learning models applied</vt:lpstr>
      <vt:lpstr>Evaluation of results</vt:lpstr>
      <vt:lpstr>Evaluation of results – Best Models</vt:lpstr>
      <vt:lpstr>Evaluation of results – Best Models</vt:lpstr>
      <vt:lpstr>Observations &amp; Considerations</vt:lpstr>
      <vt:lpstr>Learning points &amp; thoughts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Without Barriers 2023  Barclays Problem Statement</dc:title>
  <dc:creator>GOH Chen Ling</dc:creator>
  <cp:lastModifiedBy>GOH Chen Ling</cp:lastModifiedBy>
  <cp:revision>1</cp:revision>
  <dcterms:created xsi:type="dcterms:W3CDTF">2023-05-08T01:19:47Z</dcterms:created>
  <dcterms:modified xsi:type="dcterms:W3CDTF">2023-05-14T16:24:15Z</dcterms:modified>
</cp:coreProperties>
</file>